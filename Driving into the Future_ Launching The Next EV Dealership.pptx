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1" r:id="rId4"/>
    <p:sldMasterId id="214748374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Darker Grotesque Medium"/>
      <p:regular r:id="rId22"/>
      <p:bold r:id="rId23"/>
    </p:embeddedFont>
    <p:embeddedFont>
      <p:font typeface="Familjen Grotesk Medium"/>
      <p:regular r:id="rId24"/>
      <p:bold r:id="rId25"/>
      <p:italic r:id="rId26"/>
      <p:boldItalic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Archivo ExtraBold"/>
      <p:bold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Darker Grotesque"/>
      <p:regular r:id="rId38"/>
      <p:bold r:id="rId39"/>
    </p:embeddedFont>
    <p:embeddedFont>
      <p:font typeface="Familjen Grotesk"/>
      <p:regular r:id="rId40"/>
      <p:bold r:id="rId41"/>
      <p:italic r:id="rId42"/>
      <p:boldItalic r:id="rId43"/>
    </p:embeddedFont>
    <p:embeddedFont>
      <p:font typeface="Spectral"/>
      <p:regular r:id="rId44"/>
      <p:bold r:id="rId45"/>
      <p:italic r:id="rId46"/>
      <p:boldItalic r:id="rId47"/>
    </p:embeddedFont>
    <p:embeddedFont>
      <p:font typeface="Archivo"/>
      <p:regular r:id="rId48"/>
      <p:bold r:id="rId49"/>
      <p:italic r:id="rId50"/>
      <p:boldItalic r:id="rId51"/>
    </p:embeddedFont>
    <p:embeddedFont>
      <p:font typeface="Inter Black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amiljenGrotesk-regular.fntdata"/><Relationship Id="rId42" Type="http://schemas.openxmlformats.org/officeDocument/2006/relationships/font" Target="fonts/FamiljenGrotesk-italic.fntdata"/><Relationship Id="rId41" Type="http://schemas.openxmlformats.org/officeDocument/2006/relationships/font" Target="fonts/FamiljenGrotesk-bold.fntdata"/><Relationship Id="rId44" Type="http://schemas.openxmlformats.org/officeDocument/2006/relationships/font" Target="fonts/Spectral-regular.fntdata"/><Relationship Id="rId43" Type="http://schemas.openxmlformats.org/officeDocument/2006/relationships/font" Target="fonts/FamiljenGrotesk-boldItalic.fntdata"/><Relationship Id="rId46" Type="http://schemas.openxmlformats.org/officeDocument/2006/relationships/font" Target="fonts/Spectral-italic.fntdata"/><Relationship Id="rId45" Type="http://schemas.openxmlformats.org/officeDocument/2006/relationships/font" Target="fonts/Spectral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Archivo-regular.fntdata"/><Relationship Id="rId47" Type="http://schemas.openxmlformats.org/officeDocument/2006/relationships/font" Target="fonts/Spectral-boldItalic.fntdata"/><Relationship Id="rId49" Type="http://schemas.openxmlformats.org/officeDocument/2006/relationships/font" Target="fonts/Archiv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33" Type="http://schemas.openxmlformats.org/officeDocument/2006/relationships/font" Target="fonts/ArchivoExtraBold-boldItalic.fntdata"/><Relationship Id="rId32" Type="http://schemas.openxmlformats.org/officeDocument/2006/relationships/font" Target="fonts/ArchivoExtraBold-bold.fntdata"/><Relationship Id="rId35" Type="http://schemas.openxmlformats.org/officeDocument/2006/relationships/font" Target="fonts/Inter-bold.fntdata"/><Relationship Id="rId34" Type="http://schemas.openxmlformats.org/officeDocument/2006/relationships/font" Target="fonts/Inter-regular.fntdata"/><Relationship Id="rId37" Type="http://schemas.openxmlformats.org/officeDocument/2006/relationships/font" Target="fonts/Inter-boldItalic.fntdata"/><Relationship Id="rId36" Type="http://schemas.openxmlformats.org/officeDocument/2006/relationships/font" Target="fonts/Inter-italic.fntdata"/><Relationship Id="rId39" Type="http://schemas.openxmlformats.org/officeDocument/2006/relationships/font" Target="fonts/DarkerGrotesque-bold.fntdata"/><Relationship Id="rId38" Type="http://schemas.openxmlformats.org/officeDocument/2006/relationships/font" Target="fonts/DarkerGrotesque-regular.fntdata"/><Relationship Id="rId20" Type="http://schemas.openxmlformats.org/officeDocument/2006/relationships/slide" Target="slides/slide14.xml"/><Relationship Id="rId22" Type="http://schemas.openxmlformats.org/officeDocument/2006/relationships/font" Target="fonts/DarkerGrotesqueMedium-regular.fntdata"/><Relationship Id="rId21" Type="http://schemas.openxmlformats.org/officeDocument/2006/relationships/slide" Target="slides/slide15.xml"/><Relationship Id="rId24" Type="http://schemas.openxmlformats.org/officeDocument/2006/relationships/font" Target="fonts/FamiljenGroteskMedium-regular.fntdata"/><Relationship Id="rId23" Type="http://schemas.openxmlformats.org/officeDocument/2006/relationships/font" Target="fonts/DarkerGrotesqueMedium-bold.fntdata"/><Relationship Id="rId26" Type="http://schemas.openxmlformats.org/officeDocument/2006/relationships/font" Target="fonts/FamiljenGroteskMedium-italic.fntdata"/><Relationship Id="rId25" Type="http://schemas.openxmlformats.org/officeDocument/2006/relationships/font" Target="fonts/FamiljenGroteskMedium-bold.fntdata"/><Relationship Id="rId28" Type="http://schemas.openxmlformats.org/officeDocument/2006/relationships/font" Target="fonts/InterSemiBold-regular.fntdata"/><Relationship Id="rId27" Type="http://schemas.openxmlformats.org/officeDocument/2006/relationships/font" Target="fonts/FamiljenGroteskMedium-boldItalic.fntdata"/><Relationship Id="rId29" Type="http://schemas.openxmlformats.org/officeDocument/2006/relationships/font" Target="fonts/InterSemiBold-bold.fntdata"/><Relationship Id="rId51" Type="http://schemas.openxmlformats.org/officeDocument/2006/relationships/font" Target="fonts/Archivo-boldItalic.fntdata"/><Relationship Id="rId50" Type="http://schemas.openxmlformats.org/officeDocument/2006/relationships/font" Target="fonts/Archivo-italic.fntdata"/><Relationship Id="rId53" Type="http://schemas.openxmlformats.org/officeDocument/2006/relationships/font" Target="fonts/InterBlack-boldItalic.fntdata"/><Relationship Id="rId52" Type="http://schemas.openxmlformats.org/officeDocument/2006/relationships/font" Target="fonts/InterBlac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521186cc8b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521186cc8b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521186cc8b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521186cc8b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521186cc8b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521186cc8b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521186cc8b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521186cc8b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521186cc8b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521186cc8b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521186cc8b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521186cc8b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521186cc8b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521186cc8b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521186cc8b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521186cc8b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521186cc8b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521186cc8b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521186cc8b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521186cc8b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521186cc8b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521186cc8b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521186cc8b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521186cc8b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521186cc8b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521186cc8b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521186cc8b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521186cc8b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521186cc8b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521186cc8b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" name="Google Shape;76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" name="Google Shape;87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1" name="Google Shape;101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" name="Google Shape;112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26" name="Google Shape;126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-25" y="2917350"/>
            <a:ext cx="2504400" cy="16683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/>
          <p:nvPr>
            <p:ph idx="3" type="pic"/>
          </p:nvPr>
        </p:nvSpPr>
        <p:spPr>
          <a:xfrm>
            <a:off x="6057900" y="636250"/>
            <a:ext cx="3086100" cy="24696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/>
          <p:nvPr>
            <p:ph idx="4" type="pic"/>
          </p:nvPr>
        </p:nvSpPr>
        <p:spPr>
          <a:xfrm>
            <a:off x="6057900" y="3998050"/>
            <a:ext cx="1145400" cy="11454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2"/>
          <p:cNvSpPr txBox="1"/>
          <p:nvPr>
            <p:ph idx="5" type="title"/>
          </p:nvPr>
        </p:nvSpPr>
        <p:spPr>
          <a:xfrm>
            <a:off x="1605875" y="1164200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6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Mission">
  <p:cSld name="CUSTOM"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1746472" y="1569600"/>
            <a:ext cx="4287000" cy="1853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0" name="Google Shape;140;p23"/>
          <p:cNvSpPr txBox="1"/>
          <p:nvPr>
            <p:ph idx="2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3"/>
          <p:cNvSpPr/>
          <p:nvPr>
            <p:ph idx="4" type="pic"/>
          </p:nvPr>
        </p:nvSpPr>
        <p:spPr>
          <a:xfrm>
            <a:off x="-25" y="2896025"/>
            <a:ext cx="1470600" cy="224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3"/>
          <p:cNvSpPr/>
          <p:nvPr>
            <p:ph idx="5" type="pic"/>
          </p:nvPr>
        </p:nvSpPr>
        <p:spPr>
          <a:xfrm>
            <a:off x="7037800" y="712950"/>
            <a:ext cx="2106300" cy="2710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3"/>
          <p:cNvSpPr/>
          <p:nvPr>
            <p:ph idx="6" type="pic"/>
          </p:nvPr>
        </p:nvSpPr>
        <p:spPr>
          <a:xfrm>
            <a:off x="5323300" y="3423300"/>
            <a:ext cx="17145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TITLE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idx="2" type="title"/>
          </p:nvPr>
        </p:nvSpPr>
        <p:spPr>
          <a:xfrm>
            <a:off x="1610975" y="1315350"/>
            <a:ext cx="64827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0" name="Google Shape;150;p2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CUSTOM_1_1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1746475" y="1206375"/>
            <a:ext cx="4122000" cy="2514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55" name="Google Shape;155;p25"/>
          <p:cNvSpPr/>
          <p:nvPr>
            <p:ph idx="2" type="pic"/>
          </p:nvPr>
        </p:nvSpPr>
        <p:spPr>
          <a:xfrm>
            <a:off x="6438900" y="1545300"/>
            <a:ext cx="27051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5"/>
          <p:cNvSpPr/>
          <p:nvPr>
            <p:ph idx="3" type="pic"/>
          </p:nvPr>
        </p:nvSpPr>
        <p:spPr>
          <a:xfrm>
            <a:off x="2871750" y="3721100"/>
            <a:ext cx="2899500" cy="14223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5"/>
          <p:cNvSpPr txBox="1"/>
          <p:nvPr>
            <p:ph idx="4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TITLE_36"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2" type="title"/>
          </p:nvPr>
        </p:nvSpPr>
        <p:spPr>
          <a:xfrm>
            <a:off x="1605875" y="1087988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6"/>
          <p:cNvSpPr/>
          <p:nvPr>
            <p:ph idx="4" type="pic"/>
          </p:nvPr>
        </p:nvSpPr>
        <p:spPr>
          <a:xfrm>
            <a:off x="7429500" y="3429000"/>
            <a:ext cx="1714500" cy="171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Overview">
  <p:cSld name="CUSTOM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22860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317055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6112500" y="314872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6112500" y="1226475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3170550" y="1226400"/>
            <a:ext cx="2790000" cy="17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4" name="Google Shape;174;p2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228600" y="1226475"/>
            <a:ext cx="2790000" cy="179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79" name="Google Shape;179;p27"/>
          <p:cNvSpPr txBox="1"/>
          <p:nvPr>
            <p:ph idx="3" type="subTitle"/>
          </p:nvPr>
        </p:nvSpPr>
        <p:spPr>
          <a:xfrm>
            <a:off x="228600" y="1226400"/>
            <a:ext cx="2790000" cy="17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7"/>
          <p:cNvSpPr txBox="1"/>
          <p:nvPr>
            <p:ph idx="4" type="subTitle"/>
          </p:nvPr>
        </p:nvSpPr>
        <p:spPr>
          <a:xfrm>
            <a:off x="321279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5" type="body"/>
          </p:nvPr>
        </p:nvSpPr>
        <p:spPr>
          <a:xfrm>
            <a:off x="321275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2" name="Google Shape;182;p27"/>
          <p:cNvSpPr txBox="1"/>
          <p:nvPr>
            <p:ph idx="6" type="subTitle"/>
          </p:nvPr>
        </p:nvSpPr>
        <p:spPr>
          <a:xfrm>
            <a:off x="3262804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7" type="body"/>
          </p:nvPr>
        </p:nvSpPr>
        <p:spPr>
          <a:xfrm>
            <a:off x="3262800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8" type="subTitle"/>
          </p:nvPr>
        </p:nvSpPr>
        <p:spPr>
          <a:xfrm>
            <a:off x="6204329" y="325202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9" type="body"/>
          </p:nvPr>
        </p:nvSpPr>
        <p:spPr>
          <a:xfrm>
            <a:off x="6204325" y="377512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3" type="subTitle"/>
          </p:nvPr>
        </p:nvSpPr>
        <p:spPr>
          <a:xfrm>
            <a:off x="6204329" y="132447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4" type="body"/>
          </p:nvPr>
        </p:nvSpPr>
        <p:spPr>
          <a:xfrm>
            <a:off x="6204325" y="184757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15" type="subTitle"/>
          </p:nvPr>
        </p:nvSpPr>
        <p:spPr>
          <a:xfrm>
            <a:off x="3262804" y="1324475"/>
            <a:ext cx="2605500" cy="7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16" type="body"/>
          </p:nvPr>
        </p:nvSpPr>
        <p:spPr>
          <a:xfrm>
            <a:off x="3262800" y="1847575"/>
            <a:ext cx="26055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2">
          <p15:clr>
            <a:srgbClr val="E46962"/>
          </p15:clr>
        </p15:guide>
        <p15:guide id="2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77">
          <p15:clr>
            <a:srgbClr val="E46962"/>
          </p15:clr>
        </p15:guide>
        <p15:guide id="5" pos="549">
          <p15:clr>
            <a:srgbClr val="E46962"/>
          </p15:clr>
        </p15:guide>
        <p15:guide id="6" pos="950">
          <p15:clr>
            <a:srgbClr val="E46962"/>
          </p15:clr>
        </p15:guide>
        <p15:guide id="7" pos="1022">
          <p15:clr>
            <a:srgbClr val="E46962"/>
          </p15:clr>
        </p15:guide>
        <p15:guide id="8" pos="1422">
          <p15:clr>
            <a:srgbClr val="E46962"/>
          </p15:clr>
        </p15:guide>
        <p15:guide id="9" pos="1494">
          <p15:clr>
            <a:srgbClr val="E46962"/>
          </p15:clr>
        </p15:guide>
        <p15:guide id="10" pos="1897">
          <p15:clr>
            <a:srgbClr val="E46962"/>
          </p15:clr>
        </p15:guide>
        <p15:guide id="11" pos="1969">
          <p15:clr>
            <a:srgbClr val="E46962"/>
          </p15:clr>
        </p15:guide>
        <p15:guide id="12" pos="2369">
          <p15:clr>
            <a:srgbClr val="E46962"/>
          </p15:clr>
        </p15:guide>
        <p15:guide id="13" pos="2441">
          <p15:clr>
            <a:srgbClr val="E46962"/>
          </p15:clr>
        </p15:guide>
        <p15:guide id="14" pos="2844">
          <p15:clr>
            <a:srgbClr val="E46962"/>
          </p15:clr>
        </p15:guide>
        <p15:guide id="15" pos="2916">
          <p15:clr>
            <a:srgbClr val="E46962"/>
          </p15:clr>
        </p15:guide>
        <p15:guide id="16" pos="3319">
          <p15:clr>
            <a:srgbClr val="E46962"/>
          </p15:clr>
        </p15:guide>
        <p15:guide id="17" pos="3391">
          <p15:clr>
            <a:srgbClr val="E46962"/>
          </p15:clr>
        </p15:guide>
        <p15:guide id="18" pos="3791">
          <p15:clr>
            <a:srgbClr val="E46962"/>
          </p15:clr>
        </p15:guide>
        <p15:guide id="19" pos="3863">
          <p15:clr>
            <a:srgbClr val="E46962"/>
          </p15:clr>
        </p15:guide>
        <p15:guide id="20" pos="4266">
          <p15:clr>
            <a:srgbClr val="E46962"/>
          </p15:clr>
        </p15:guide>
        <p15:guide id="21" pos="4338">
          <p15:clr>
            <a:srgbClr val="E46962"/>
          </p15:clr>
        </p15:guide>
        <p15:guide id="22" pos="4741">
          <p15:clr>
            <a:srgbClr val="E46962"/>
          </p15:clr>
        </p15:guide>
        <p15:guide id="23" pos="4813">
          <p15:clr>
            <a:srgbClr val="E46962"/>
          </p15:clr>
        </p15:guide>
        <p15:guide id="24" pos="5213">
          <p15:clr>
            <a:srgbClr val="E46962"/>
          </p15:clr>
        </p15:guide>
        <p15:guide id="25" pos="5285">
          <p15:clr>
            <a:srgbClr val="E46962"/>
          </p15:clr>
        </p15:guide>
        <p15:guide id="26" pos="5688">
          <p15:clr>
            <a:srgbClr val="E46962"/>
          </p15:clr>
        </p15:guide>
        <p15:guide id="27" orient="horz" pos="1620">
          <p15:clr>
            <a:srgbClr val="E46962"/>
          </p15:clr>
        </p15:guide>
        <p15:guide id="28" orient="horz" pos="588">
          <p15:clr>
            <a:srgbClr val="E46962"/>
          </p15:clr>
        </p15:guide>
        <p15:guide id="29" orient="horz" pos="1104">
          <p15:clr>
            <a:srgbClr val="E46962"/>
          </p15:clr>
        </p15:guide>
        <p15:guide id="30" orient="horz" pos="2136">
          <p15:clr>
            <a:srgbClr val="E46962"/>
          </p15:clr>
        </p15:guide>
        <p15:guide id="31" orient="horz" pos="265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2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306795" y="21662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228600" y="21650"/>
            <a:ext cx="4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p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g. 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1771200" y="21650"/>
            <a:ext cx="31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Company Name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7961250" y="21650"/>
            <a:ext cx="104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09.14.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20XX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Snapshot">
  <p:cSld name="CUSTOM_2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subTitle"/>
          </p:nvPr>
        </p:nvSpPr>
        <p:spPr>
          <a:xfrm>
            <a:off x="1771198" y="3024500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2" type="subTitle"/>
          </p:nvPr>
        </p:nvSpPr>
        <p:spPr>
          <a:xfrm>
            <a:off x="1771198" y="17646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9"/>
          <p:cNvSpPr txBox="1"/>
          <p:nvPr>
            <p:ph idx="3" type="subTitle"/>
          </p:nvPr>
        </p:nvSpPr>
        <p:spPr>
          <a:xfrm>
            <a:off x="1771198" y="2356467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9"/>
          <p:cNvSpPr txBox="1"/>
          <p:nvPr>
            <p:ph idx="4" type="subTitle"/>
          </p:nvPr>
        </p:nvSpPr>
        <p:spPr>
          <a:xfrm>
            <a:off x="104050" y="1869125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5" type="subTitle"/>
          </p:nvPr>
        </p:nvSpPr>
        <p:spPr>
          <a:xfrm>
            <a:off x="104050" y="2464508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9"/>
          <p:cNvSpPr txBox="1"/>
          <p:nvPr>
            <p:ph idx="6" type="subTitle"/>
          </p:nvPr>
        </p:nvSpPr>
        <p:spPr>
          <a:xfrm>
            <a:off x="104050" y="3136092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9"/>
          <p:cNvSpPr txBox="1"/>
          <p:nvPr>
            <p:ph idx="7" type="subTitle"/>
          </p:nvPr>
        </p:nvSpPr>
        <p:spPr>
          <a:xfrm>
            <a:off x="94072" y="1215925"/>
            <a:ext cx="40761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Familjen Grotesk Medium"/>
              <a:buNone/>
              <a:defRPr sz="18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9"/>
          <p:cNvSpPr txBox="1"/>
          <p:nvPr>
            <p:ph idx="8" type="subTitle"/>
          </p:nvPr>
        </p:nvSpPr>
        <p:spPr>
          <a:xfrm>
            <a:off x="4651939" y="1215925"/>
            <a:ext cx="40761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Familjen Grotesk Medium"/>
              <a:buNone/>
              <a:defRPr sz="18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306795" y="21662"/>
            <a:ext cx="5487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l">
              <a:buNone/>
              <a:defRPr/>
            </a:lvl1pPr>
            <a:lvl2pPr lvl="1" rtl="0" algn="l">
              <a:buNone/>
              <a:defRPr/>
            </a:lvl2pPr>
            <a:lvl3pPr lvl="2" rtl="0" algn="l">
              <a:buNone/>
              <a:defRPr/>
            </a:lvl3pPr>
            <a:lvl4pPr lvl="3" rtl="0" algn="l">
              <a:buNone/>
              <a:defRPr/>
            </a:lvl4pPr>
            <a:lvl5pPr lvl="4" rtl="0" algn="l">
              <a:buNone/>
              <a:defRPr/>
            </a:lvl5pPr>
            <a:lvl6pPr lvl="5" rtl="0" algn="l">
              <a:buNone/>
              <a:defRPr/>
            </a:lvl6pPr>
            <a:lvl7pPr lvl="6" rtl="0" algn="l">
              <a:buNone/>
              <a:defRPr/>
            </a:lvl7pPr>
            <a:lvl8pPr lvl="7" rtl="0" algn="l">
              <a:buNone/>
              <a:defRPr/>
            </a:lvl8pPr>
            <a:lvl9pPr lvl="8" rtl="0" algn="l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228600" y="21650"/>
            <a:ext cx="4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pg. 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1771200" y="21650"/>
            <a:ext cx="31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Company Name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7961250" y="21650"/>
            <a:ext cx="104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09.14.</a:t>
            </a:r>
            <a:r>
              <a:rPr lang="en"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20XX</a:t>
            </a:r>
            <a:endParaRPr sz="9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209" name="Google Shape;209;p29"/>
          <p:cNvCxnSpPr/>
          <p:nvPr/>
        </p:nvCxnSpPr>
        <p:spPr>
          <a:xfrm>
            <a:off x="4515550" y="1368725"/>
            <a:ext cx="0" cy="342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9" type="subTitle"/>
          </p:nvPr>
        </p:nvSpPr>
        <p:spPr>
          <a:xfrm>
            <a:off x="4676900" y="1869125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9"/>
          <p:cNvSpPr txBox="1"/>
          <p:nvPr>
            <p:ph idx="13" type="subTitle"/>
          </p:nvPr>
        </p:nvSpPr>
        <p:spPr>
          <a:xfrm>
            <a:off x="4676900" y="2464508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9"/>
          <p:cNvSpPr txBox="1"/>
          <p:nvPr>
            <p:ph idx="14" type="subTitle"/>
          </p:nvPr>
        </p:nvSpPr>
        <p:spPr>
          <a:xfrm>
            <a:off x="4676900" y="3059892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5" type="subTitle"/>
          </p:nvPr>
        </p:nvSpPr>
        <p:spPr>
          <a:xfrm>
            <a:off x="4676900" y="3655300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16" type="subTitle"/>
          </p:nvPr>
        </p:nvSpPr>
        <p:spPr>
          <a:xfrm>
            <a:off x="4676900" y="4326883"/>
            <a:ext cx="2153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pectral"/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9"/>
          <p:cNvSpPr txBox="1"/>
          <p:nvPr>
            <p:ph idx="17" type="subTitle"/>
          </p:nvPr>
        </p:nvSpPr>
        <p:spPr>
          <a:xfrm>
            <a:off x="6411748" y="296318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18" type="subTitle"/>
          </p:nvPr>
        </p:nvSpPr>
        <p:spPr>
          <a:xfrm>
            <a:off x="6411748" y="17646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9" type="subTitle"/>
          </p:nvPr>
        </p:nvSpPr>
        <p:spPr>
          <a:xfrm>
            <a:off x="6411748" y="2363908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20" type="subTitle"/>
          </p:nvPr>
        </p:nvSpPr>
        <p:spPr>
          <a:xfrm>
            <a:off x="6411748" y="3562458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9"/>
          <p:cNvSpPr txBox="1"/>
          <p:nvPr>
            <p:ph idx="21" type="subTitle"/>
          </p:nvPr>
        </p:nvSpPr>
        <p:spPr>
          <a:xfrm>
            <a:off x="6411748" y="4237933"/>
            <a:ext cx="25965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0" name="Google Shape;220;p29"/>
          <p:cNvCxnSpPr/>
          <p:nvPr/>
        </p:nvCxnSpPr>
        <p:spPr>
          <a:xfrm>
            <a:off x="200117" y="3089629"/>
            <a:ext cx="4082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4786525" y="4282704"/>
            <a:ext cx="4082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016">
          <p15:clr>
            <a:srgbClr val="E46962"/>
          </p15:clr>
        </p15:guide>
        <p15:guide id="2" orient="horz" pos="1261">
          <p15:clr>
            <a:srgbClr val="E46962"/>
          </p15:clr>
        </p15:guide>
        <p15:guide id="3" orient="horz" pos="2771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Executive Summary">
  <p:cSld name="TITLE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1985411" y="2323038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224" name="Google Shape;224;p30"/>
          <p:cNvSpPr txBox="1"/>
          <p:nvPr>
            <p:ph idx="2" type="subTitle"/>
          </p:nvPr>
        </p:nvSpPr>
        <p:spPr>
          <a:xfrm>
            <a:off x="2014509" y="2802444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25" name="Google Shape;225;p30"/>
          <p:cNvSpPr txBox="1"/>
          <p:nvPr>
            <p:ph idx="3" type="subTitle"/>
          </p:nvPr>
        </p:nvSpPr>
        <p:spPr>
          <a:xfrm>
            <a:off x="189200" y="2978305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226" name="Google Shape;226;p30"/>
          <p:cNvSpPr txBox="1"/>
          <p:nvPr>
            <p:ph idx="4" type="body"/>
          </p:nvPr>
        </p:nvSpPr>
        <p:spPr>
          <a:xfrm>
            <a:off x="212473" y="1023597"/>
            <a:ext cx="3560400" cy="989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cxnSp>
        <p:nvCxnSpPr>
          <p:cNvPr id="227" name="Google Shape;227;p30"/>
          <p:cNvCxnSpPr/>
          <p:nvPr/>
        </p:nvCxnSpPr>
        <p:spPr>
          <a:xfrm>
            <a:off x="226950" y="4635025"/>
            <a:ext cx="3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226950" y="4326850"/>
            <a:ext cx="3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0"/>
          <p:cNvSpPr/>
          <p:nvPr/>
        </p:nvSpPr>
        <p:spPr>
          <a:xfrm>
            <a:off x="7308210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0" name="Google Shape;230;p30"/>
          <p:cNvSpPr txBox="1"/>
          <p:nvPr>
            <p:ph idx="5" type="body"/>
          </p:nvPr>
        </p:nvSpPr>
        <p:spPr>
          <a:xfrm>
            <a:off x="7308213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1" name="Google Shape;231;p30"/>
          <p:cNvSpPr txBox="1"/>
          <p:nvPr>
            <p:ph idx="6" type="subTitle"/>
          </p:nvPr>
        </p:nvSpPr>
        <p:spPr>
          <a:xfrm>
            <a:off x="7308213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232" name="Google Shape;232;p30"/>
          <p:cNvSpPr/>
          <p:nvPr/>
        </p:nvSpPr>
        <p:spPr>
          <a:xfrm>
            <a:off x="7308198" y="332550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3" name="Google Shape;233;p30"/>
          <p:cNvSpPr txBox="1"/>
          <p:nvPr>
            <p:ph idx="7" type="body"/>
          </p:nvPr>
        </p:nvSpPr>
        <p:spPr>
          <a:xfrm>
            <a:off x="7308200" y="345890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4" name="Google Shape;234;p30"/>
          <p:cNvSpPr txBox="1"/>
          <p:nvPr>
            <p:ph idx="8" type="subTitle"/>
          </p:nvPr>
        </p:nvSpPr>
        <p:spPr>
          <a:xfrm>
            <a:off x="7308201" y="334709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3959148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6" name="Google Shape;236;p30"/>
          <p:cNvSpPr txBox="1"/>
          <p:nvPr>
            <p:ph idx="9" type="body"/>
          </p:nvPr>
        </p:nvSpPr>
        <p:spPr>
          <a:xfrm>
            <a:off x="3959150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0"/>
          <p:cNvSpPr/>
          <p:nvPr/>
        </p:nvSpPr>
        <p:spPr>
          <a:xfrm>
            <a:off x="3959150" y="3325508"/>
            <a:ext cx="1607100" cy="78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238" name="Google Shape;238;p30"/>
          <p:cNvSpPr txBox="1"/>
          <p:nvPr>
            <p:ph idx="13" type="subTitle"/>
          </p:nvPr>
        </p:nvSpPr>
        <p:spPr>
          <a:xfrm>
            <a:off x="3959150" y="3325475"/>
            <a:ext cx="1607100" cy="7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14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1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243" name="Google Shape;243;p30"/>
          <p:cNvCxnSpPr/>
          <p:nvPr/>
        </p:nvCxnSpPr>
        <p:spPr>
          <a:xfrm>
            <a:off x="3952400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0"/>
          <p:cNvCxnSpPr/>
          <p:nvPr/>
        </p:nvCxnSpPr>
        <p:spPr>
          <a:xfrm>
            <a:off x="5070844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0"/>
          <p:cNvCxnSpPr/>
          <p:nvPr/>
        </p:nvCxnSpPr>
        <p:spPr>
          <a:xfrm>
            <a:off x="6189289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0"/>
          <p:cNvCxnSpPr/>
          <p:nvPr/>
        </p:nvCxnSpPr>
        <p:spPr>
          <a:xfrm>
            <a:off x="7307733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0"/>
          <p:cNvCxnSpPr/>
          <p:nvPr/>
        </p:nvCxnSpPr>
        <p:spPr>
          <a:xfrm>
            <a:off x="8426178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0"/>
          <p:cNvCxnSpPr/>
          <p:nvPr/>
        </p:nvCxnSpPr>
        <p:spPr>
          <a:xfrm>
            <a:off x="4511622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0"/>
          <p:cNvCxnSpPr/>
          <p:nvPr/>
        </p:nvCxnSpPr>
        <p:spPr>
          <a:xfrm>
            <a:off x="5630067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0"/>
          <p:cNvCxnSpPr/>
          <p:nvPr/>
        </p:nvCxnSpPr>
        <p:spPr>
          <a:xfrm>
            <a:off x="6748511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0"/>
          <p:cNvCxnSpPr/>
          <p:nvPr/>
        </p:nvCxnSpPr>
        <p:spPr>
          <a:xfrm>
            <a:off x="7866956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0"/>
          <p:cNvCxnSpPr/>
          <p:nvPr/>
        </p:nvCxnSpPr>
        <p:spPr>
          <a:xfrm>
            <a:off x="8985400" y="1193550"/>
            <a:ext cx="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0"/>
          <p:cNvCxnSpPr/>
          <p:nvPr/>
        </p:nvCxnSpPr>
        <p:spPr>
          <a:xfrm>
            <a:off x="71940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0"/>
          <p:cNvCxnSpPr/>
          <p:nvPr/>
        </p:nvCxnSpPr>
        <p:spPr>
          <a:xfrm>
            <a:off x="120876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0"/>
          <p:cNvCxnSpPr/>
          <p:nvPr/>
        </p:nvCxnSpPr>
        <p:spPr>
          <a:xfrm>
            <a:off x="169812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0"/>
          <p:cNvCxnSpPr/>
          <p:nvPr/>
        </p:nvCxnSpPr>
        <p:spPr>
          <a:xfrm>
            <a:off x="218748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0"/>
          <p:cNvSpPr/>
          <p:nvPr/>
        </p:nvSpPr>
        <p:spPr>
          <a:xfrm>
            <a:off x="229843" y="4125475"/>
            <a:ext cx="3425935" cy="838687"/>
          </a:xfrm>
          <a:custGeom>
            <a:rect b="b" l="l" r="r" t="t"/>
            <a:pathLst>
              <a:path extrusionOk="0" h="148178" w="347018">
                <a:moveTo>
                  <a:pt x="0" y="0"/>
                </a:moveTo>
                <a:lnTo>
                  <a:pt x="0" y="148178"/>
                </a:lnTo>
                <a:lnTo>
                  <a:pt x="347018" y="148178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58" name="Google Shape;258;p30"/>
          <p:cNvCxnSpPr/>
          <p:nvPr/>
        </p:nvCxnSpPr>
        <p:spPr>
          <a:xfrm>
            <a:off x="267684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0"/>
          <p:cNvCxnSpPr/>
          <p:nvPr/>
        </p:nvCxnSpPr>
        <p:spPr>
          <a:xfrm>
            <a:off x="3166200" y="4125475"/>
            <a:ext cx="0" cy="8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0"/>
          <p:cNvSpPr/>
          <p:nvPr/>
        </p:nvSpPr>
        <p:spPr>
          <a:xfrm>
            <a:off x="5633673" y="332550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1" name="Google Shape;261;p30"/>
          <p:cNvSpPr txBox="1"/>
          <p:nvPr>
            <p:ph idx="16" type="body"/>
          </p:nvPr>
        </p:nvSpPr>
        <p:spPr>
          <a:xfrm>
            <a:off x="5633675" y="345890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0"/>
          <p:cNvSpPr txBox="1"/>
          <p:nvPr>
            <p:ph idx="17" type="subTitle"/>
          </p:nvPr>
        </p:nvSpPr>
        <p:spPr>
          <a:xfrm>
            <a:off x="3959151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18" type="subTitle"/>
          </p:nvPr>
        </p:nvSpPr>
        <p:spPr>
          <a:xfrm>
            <a:off x="5633676" y="334709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264" name="Google Shape;264;p30"/>
          <p:cNvSpPr/>
          <p:nvPr/>
        </p:nvSpPr>
        <p:spPr>
          <a:xfrm>
            <a:off x="5633660" y="4181450"/>
            <a:ext cx="1607100" cy="7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5" name="Google Shape;265;p30"/>
          <p:cNvSpPr txBox="1"/>
          <p:nvPr>
            <p:ph idx="19" type="body"/>
          </p:nvPr>
        </p:nvSpPr>
        <p:spPr>
          <a:xfrm>
            <a:off x="5633663" y="4314851"/>
            <a:ext cx="1607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6" name="Google Shape;266;p30"/>
          <p:cNvSpPr txBox="1"/>
          <p:nvPr>
            <p:ph idx="20" type="subTitle"/>
          </p:nvPr>
        </p:nvSpPr>
        <p:spPr>
          <a:xfrm>
            <a:off x="5633663" y="4203043"/>
            <a:ext cx="16071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Familjen Grotesk Medium"/>
              <a:buNone/>
              <a:defRPr sz="900"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amiljen Grotesk Medium"/>
              <a:buNone/>
              <a:defRPr>
                <a:latin typeface="Familjen Grotesk Medium"/>
                <a:ea typeface="Familjen Grotesk Medium"/>
                <a:cs typeface="Familjen Grotesk Medium"/>
                <a:sym typeface="Familjen Grotesk Medium"/>
              </a:defRPr>
            </a:lvl9pPr>
          </a:lstStyle>
          <a:p/>
        </p:txBody>
      </p:sp>
      <p:sp>
        <p:nvSpPr>
          <p:cNvPr id="267" name="Google Shape;267;p30"/>
          <p:cNvSpPr txBox="1"/>
          <p:nvPr>
            <p:ph idx="21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68" name="Google Shape;268;p30"/>
          <p:cNvSpPr txBox="1"/>
          <p:nvPr>
            <p:ph idx="22" type="subTitle"/>
          </p:nvPr>
        </p:nvSpPr>
        <p:spPr>
          <a:xfrm>
            <a:off x="50520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69" name="Google Shape;269;p30"/>
          <p:cNvSpPr txBox="1"/>
          <p:nvPr>
            <p:ph idx="23" type="subTitle"/>
          </p:nvPr>
        </p:nvSpPr>
        <p:spPr>
          <a:xfrm>
            <a:off x="728886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70" name="Google Shape;270;p30"/>
          <p:cNvSpPr txBox="1"/>
          <p:nvPr>
            <p:ph idx="24" type="subTitle"/>
          </p:nvPr>
        </p:nvSpPr>
        <p:spPr>
          <a:xfrm>
            <a:off x="840731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71" name="Google Shape;271;p30"/>
          <p:cNvSpPr txBox="1"/>
          <p:nvPr>
            <p:ph idx="25" type="subTitle"/>
          </p:nvPr>
        </p:nvSpPr>
        <p:spPr>
          <a:xfrm>
            <a:off x="6170412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72" name="Google Shape;272;p30"/>
          <p:cNvSpPr txBox="1"/>
          <p:nvPr>
            <p:ph idx="26" type="subTitle"/>
          </p:nvPr>
        </p:nvSpPr>
        <p:spPr>
          <a:xfrm>
            <a:off x="3946300" y="2211525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3" name="Google Shape;273;p30"/>
          <p:cNvSpPr txBox="1"/>
          <p:nvPr>
            <p:ph idx="27" type="subTitle"/>
          </p:nvPr>
        </p:nvSpPr>
        <p:spPr>
          <a:xfrm>
            <a:off x="5619200" y="2211513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4" name="Google Shape;274;p30"/>
          <p:cNvSpPr txBox="1"/>
          <p:nvPr>
            <p:ph idx="28" type="subTitle"/>
          </p:nvPr>
        </p:nvSpPr>
        <p:spPr>
          <a:xfrm>
            <a:off x="7302800" y="2211513"/>
            <a:ext cx="15894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5" name="Google Shape;275;p30"/>
          <p:cNvSpPr txBox="1"/>
          <p:nvPr>
            <p:ph idx="29" type="subTitle"/>
          </p:nvPr>
        </p:nvSpPr>
        <p:spPr>
          <a:xfrm>
            <a:off x="5625300" y="1997479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30" type="subTitle"/>
          </p:nvPr>
        </p:nvSpPr>
        <p:spPr>
          <a:xfrm>
            <a:off x="7298200" y="1997467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31" type="subTitle"/>
          </p:nvPr>
        </p:nvSpPr>
        <p:spPr>
          <a:xfrm>
            <a:off x="3952400" y="1997479"/>
            <a:ext cx="1590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0"/>
          <p:cNvSpPr txBox="1"/>
          <p:nvPr>
            <p:ph idx="32" type="subTitle"/>
          </p:nvPr>
        </p:nvSpPr>
        <p:spPr>
          <a:xfrm>
            <a:off x="3939000" y="2797425"/>
            <a:ext cx="49689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279" name="Google Shape;279;p30"/>
          <p:cNvSpPr txBox="1"/>
          <p:nvPr>
            <p:ph idx="33" type="subTitle"/>
          </p:nvPr>
        </p:nvSpPr>
        <p:spPr>
          <a:xfrm>
            <a:off x="3946300" y="3070150"/>
            <a:ext cx="49689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0" name="Google Shape;280;p30"/>
          <p:cNvSpPr txBox="1"/>
          <p:nvPr>
            <p:ph idx="34" type="subTitle"/>
          </p:nvPr>
        </p:nvSpPr>
        <p:spPr>
          <a:xfrm>
            <a:off x="220150" y="3826873"/>
            <a:ext cx="34260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281" name="Google Shape;281;p30"/>
          <p:cNvSpPr txBox="1"/>
          <p:nvPr>
            <p:ph idx="35" type="subTitle"/>
          </p:nvPr>
        </p:nvSpPr>
        <p:spPr>
          <a:xfrm>
            <a:off x="218299" y="3457711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82" name="Google Shape;282;p30"/>
          <p:cNvSpPr txBox="1"/>
          <p:nvPr>
            <p:ph idx="36" type="subTitle"/>
          </p:nvPr>
        </p:nvSpPr>
        <p:spPr>
          <a:xfrm>
            <a:off x="189200" y="2323038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283" name="Google Shape;283;p30"/>
          <p:cNvSpPr txBox="1"/>
          <p:nvPr>
            <p:ph idx="37" type="subTitle"/>
          </p:nvPr>
        </p:nvSpPr>
        <p:spPr>
          <a:xfrm>
            <a:off x="218299" y="2802444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  <p:sp>
        <p:nvSpPr>
          <p:cNvPr id="284" name="Google Shape;284;p30"/>
          <p:cNvSpPr txBox="1"/>
          <p:nvPr>
            <p:ph idx="38" type="subTitle"/>
          </p:nvPr>
        </p:nvSpPr>
        <p:spPr>
          <a:xfrm>
            <a:off x="220150" y="2152976"/>
            <a:ext cx="34260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Familjen Grotesk"/>
              <a:buNone/>
              <a:defRPr b="1" sz="1800"/>
            </a:lvl9pPr>
          </a:lstStyle>
          <a:p/>
        </p:txBody>
      </p:sp>
      <p:sp>
        <p:nvSpPr>
          <p:cNvPr id="285" name="Google Shape;285;p30"/>
          <p:cNvSpPr txBox="1"/>
          <p:nvPr>
            <p:ph idx="39" type="subTitle"/>
          </p:nvPr>
        </p:nvSpPr>
        <p:spPr>
          <a:xfrm>
            <a:off x="1985411" y="2978305"/>
            <a:ext cx="1581900" cy="4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Familjen Grotesk"/>
              <a:buNone/>
              <a:defRPr sz="3600"/>
            </a:lvl9pPr>
          </a:lstStyle>
          <a:p/>
        </p:txBody>
      </p:sp>
      <p:sp>
        <p:nvSpPr>
          <p:cNvPr id="286" name="Google Shape;286;p30"/>
          <p:cNvSpPr txBox="1"/>
          <p:nvPr>
            <p:ph idx="40" type="subTitle"/>
          </p:nvPr>
        </p:nvSpPr>
        <p:spPr>
          <a:xfrm>
            <a:off x="2014509" y="3457711"/>
            <a:ext cx="1551000" cy="20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Familjen Grotesk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4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/>
        </p:nvSpPr>
        <p:spPr>
          <a:xfrm>
            <a:off x="151500" y="-149638"/>
            <a:ext cx="14787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400">
                <a:solidFill>
                  <a:schemeClr val="accent2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“</a:t>
            </a:r>
            <a:endParaRPr b="1" sz="14400">
              <a:solidFill>
                <a:schemeClr val="accent2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1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3" type="body"/>
          </p:nvPr>
        </p:nvSpPr>
        <p:spPr>
          <a:xfrm>
            <a:off x="1664044" y="349775"/>
            <a:ext cx="6903000" cy="3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93" name="Google Shape;293;p31"/>
          <p:cNvSpPr txBox="1"/>
          <p:nvPr>
            <p:ph idx="4" type="subTitle"/>
          </p:nvPr>
        </p:nvSpPr>
        <p:spPr>
          <a:xfrm>
            <a:off x="1664050" y="4468300"/>
            <a:ext cx="5489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4_1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2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99" name="Google Shape;299;p32"/>
          <p:cNvCxnSpPr/>
          <p:nvPr/>
        </p:nvCxnSpPr>
        <p:spPr>
          <a:xfrm>
            <a:off x="2348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2"/>
          <p:cNvCxnSpPr/>
          <p:nvPr/>
        </p:nvCxnSpPr>
        <p:spPr>
          <a:xfrm>
            <a:off x="14740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2"/>
          <p:cNvCxnSpPr/>
          <p:nvPr/>
        </p:nvCxnSpPr>
        <p:spPr>
          <a:xfrm>
            <a:off x="27132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2"/>
          <p:cNvCxnSpPr/>
          <p:nvPr/>
        </p:nvCxnSpPr>
        <p:spPr>
          <a:xfrm>
            <a:off x="39524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2"/>
          <p:cNvCxnSpPr/>
          <p:nvPr/>
        </p:nvCxnSpPr>
        <p:spPr>
          <a:xfrm>
            <a:off x="51916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2"/>
          <p:cNvCxnSpPr/>
          <p:nvPr/>
        </p:nvCxnSpPr>
        <p:spPr>
          <a:xfrm>
            <a:off x="64308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2"/>
          <p:cNvCxnSpPr/>
          <p:nvPr/>
        </p:nvCxnSpPr>
        <p:spPr>
          <a:xfrm>
            <a:off x="76700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2"/>
          <p:cNvCxnSpPr/>
          <p:nvPr/>
        </p:nvCxnSpPr>
        <p:spPr>
          <a:xfrm>
            <a:off x="8909200" y="1193550"/>
            <a:ext cx="0" cy="36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2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4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idx="5" type="subTitle"/>
          </p:nvPr>
        </p:nvSpPr>
        <p:spPr>
          <a:xfrm>
            <a:off x="5174505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32"/>
          <p:cNvSpPr txBox="1"/>
          <p:nvPr>
            <p:ph idx="6" type="subTitle"/>
          </p:nvPr>
        </p:nvSpPr>
        <p:spPr>
          <a:xfrm>
            <a:off x="2692294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32"/>
          <p:cNvSpPr txBox="1"/>
          <p:nvPr>
            <p:ph idx="7" type="subTitle"/>
          </p:nvPr>
        </p:nvSpPr>
        <p:spPr>
          <a:xfrm>
            <a:off x="14549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8" type="subTitle"/>
          </p:nvPr>
        </p:nvSpPr>
        <p:spPr>
          <a:xfrm>
            <a:off x="2062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9" type="subTitle"/>
          </p:nvPr>
        </p:nvSpPr>
        <p:spPr>
          <a:xfrm>
            <a:off x="641295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3" type="subTitle"/>
          </p:nvPr>
        </p:nvSpPr>
        <p:spPr>
          <a:xfrm>
            <a:off x="765140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hart">
  <p:cSld name="BLANK_1_5"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3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33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320" name="Google Shape;320;p33"/>
          <p:cNvGrpSpPr/>
          <p:nvPr/>
        </p:nvGrpSpPr>
        <p:grpSpPr>
          <a:xfrm>
            <a:off x="234275" y="1193325"/>
            <a:ext cx="8682900" cy="3704450"/>
            <a:chOff x="234275" y="1193325"/>
            <a:chExt cx="8682900" cy="3704450"/>
          </a:xfrm>
        </p:grpSpPr>
        <p:cxnSp>
          <p:nvCxnSpPr>
            <p:cNvPr id="321" name="Google Shape;321;p33"/>
            <p:cNvCxnSpPr/>
            <p:nvPr/>
          </p:nvCxnSpPr>
          <p:spPr>
            <a:xfrm>
              <a:off x="234275" y="40083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33"/>
            <p:cNvCxnSpPr/>
            <p:nvPr/>
          </p:nvCxnSpPr>
          <p:spPr>
            <a:xfrm>
              <a:off x="234275" y="3045563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33"/>
            <p:cNvCxnSpPr/>
            <p:nvPr/>
          </p:nvCxnSpPr>
          <p:spPr>
            <a:xfrm>
              <a:off x="234275" y="20828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33"/>
            <p:cNvSpPr/>
            <p:nvPr/>
          </p:nvSpPr>
          <p:spPr>
            <a:xfrm>
              <a:off x="234275" y="1193325"/>
              <a:ext cx="8675450" cy="3704450"/>
            </a:xfrm>
            <a:custGeom>
              <a:rect b="b" l="l" r="r" t="t"/>
              <a:pathLst>
                <a:path extrusionOk="0" h="148178" w="34701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25" name="Google Shape;325;p33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26" name="Google Shape;326;p33"/>
          <p:cNvSpPr txBox="1"/>
          <p:nvPr>
            <p:ph idx="4" type="subTitle"/>
          </p:nvPr>
        </p:nvSpPr>
        <p:spPr>
          <a:xfrm>
            <a:off x="207975" y="106577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5" type="subTitle"/>
          </p:nvPr>
        </p:nvSpPr>
        <p:spPr>
          <a:xfrm>
            <a:off x="207975" y="1803028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6" type="subTitle"/>
          </p:nvPr>
        </p:nvSpPr>
        <p:spPr>
          <a:xfrm>
            <a:off x="207975" y="276504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7" type="subTitle"/>
          </p:nvPr>
        </p:nvSpPr>
        <p:spPr>
          <a:xfrm>
            <a:off x="207975" y="3743075"/>
            <a:ext cx="800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idx="8" type="subTitle"/>
          </p:nvPr>
        </p:nvSpPr>
        <p:spPr>
          <a:xfrm>
            <a:off x="1656927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33"/>
          <p:cNvSpPr txBox="1"/>
          <p:nvPr>
            <p:ph idx="9" type="subTitle"/>
          </p:nvPr>
        </p:nvSpPr>
        <p:spPr>
          <a:xfrm>
            <a:off x="3200680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33"/>
          <p:cNvSpPr txBox="1"/>
          <p:nvPr>
            <p:ph idx="13" type="subTitle"/>
          </p:nvPr>
        </p:nvSpPr>
        <p:spPr>
          <a:xfrm>
            <a:off x="4745382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33"/>
          <p:cNvSpPr txBox="1"/>
          <p:nvPr>
            <p:ph idx="14" type="subTitle"/>
          </p:nvPr>
        </p:nvSpPr>
        <p:spPr>
          <a:xfrm>
            <a:off x="6290585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33"/>
          <p:cNvSpPr txBox="1"/>
          <p:nvPr>
            <p:ph idx="15" type="subTitle"/>
          </p:nvPr>
        </p:nvSpPr>
        <p:spPr>
          <a:xfrm>
            <a:off x="7839538" y="4574475"/>
            <a:ext cx="800700" cy="24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b="1"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0">
          <p15:clr>
            <a:srgbClr val="FA7B17"/>
          </p15:clr>
        </p15:guide>
        <p15:guide id="2" pos="2790">
          <p15:clr>
            <a:srgbClr val="FA7B17"/>
          </p15:clr>
        </p15:guide>
        <p15:guide id="3" pos="2970">
          <p15:clr>
            <a:srgbClr val="FA7B17"/>
          </p15:clr>
        </p15:guide>
        <p15:guide id="4" pos="5580">
          <p15:clr>
            <a:srgbClr val="FA7B17"/>
          </p15:clr>
        </p15:guide>
        <p15:guide id="5" orient="horz" pos="180">
          <p15:clr>
            <a:srgbClr val="FA7B17"/>
          </p15:clr>
        </p15:guide>
        <p15:guide id="6" orient="horz" pos="279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ney Stats">
  <p:cSld name="CUSTOM_1_2_2_1"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34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34"/>
          <p:cNvSpPr txBox="1"/>
          <p:nvPr>
            <p:ph type="title"/>
          </p:nvPr>
        </p:nvSpPr>
        <p:spPr>
          <a:xfrm>
            <a:off x="73152" y="335300"/>
            <a:ext cx="8884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302250" y="2300325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34"/>
          <p:cNvSpPr txBox="1"/>
          <p:nvPr>
            <p:ph idx="4" type="body"/>
          </p:nvPr>
        </p:nvSpPr>
        <p:spPr>
          <a:xfrm>
            <a:off x="2731051" y="2300325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2" name="Google Shape;342;p34"/>
          <p:cNvSpPr txBox="1"/>
          <p:nvPr>
            <p:ph idx="5" type="subTitle"/>
          </p:nvPr>
        </p:nvSpPr>
        <p:spPr>
          <a:xfrm>
            <a:off x="302250" y="3355938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3" name="Google Shape;343;p34"/>
          <p:cNvSpPr txBox="1"/>
          <p:nvPr>
            <p:ph idx="6" type="body"/>
          </p:nvPr>
        </p:nvSpPr>
        <p:spPr>
          <a:xfrm>
            <a:off x="2731051" y="3355938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4" name="Google Shape;344;p34"/>
          <p:cNvSpPr txBox="1"/>
          <p:nvPr>
            <p:ph idx="7" type="subTitle"/>
          </p:nvPr>
        </p:nvSpPr>
        <p:spPr>
          <a:xfrm>
            <a:off x="302250" y="4411563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5" name="Google Shape;345;p34"/>
          <p:cNvSpPr txBox="1"/>
          <p:nvPr>
            <p:ph idx="8" type="body"/>
          </p:nvPr>
        </p:nvSpPr>
        <p:spPr>
          <a:xfrm>
            <a:off x="2731051" y="4411563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6" name="Google Shape;346;p34"/>
          <p:cNvSpPr txBox="1"/>
          <p:nvPr>
            <p:ph idx="9" type="subTitle"/>
          </p:nvPr>
        </p:nvSpPr>
        <p:spPr>
          <a:xfrm>
            <a:off x="4731600" y="2300325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7" name="Google Shape;347;p34"/>
          <p:cNvSpPr txBox="1"/>
          <p:nvPr>
            <p:ph idx="13" type="body"/>
          </p:nvPr>
        </p:nvSpPr>
        <p:spPr>
          <a:xfrm>
            <a:off x="7160401" y="2300325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8" name="Google Shape;348;p34"/>
          <p:cNvSpPr txBox="1"/>
          <p:nvPr>
            <p:ph idx="14" type="subTitle"/>
          </p:nvPr>
        </p:nvSpPr>
        <p:spPr>
          <a:xfrm>
            <a:off x="4731600" y="3355938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9" name="Google Shape;349;p34"/>
          <p:cNvSpPr txBox="1"/>
          <p:nvPr>
            <p:ph idx="15" type="body"/>
          </p:nvPr>
        </p:nvSpPr>
        <p:spPr>
          <a:xfrm>
            <a:off x="7160401" y="3355938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0" name="Google Shape;350;p34"/>
          <p:cNvSpPr txBox="1"/>
          <p:nvPr>
            <p:ph idx="16" type="subTitle"/>
          </p:nvPr>
        </p:nvSpPr>
        <p:spPr>
          <a:xfrm>
            <a:off x="4731600" y="4411563"/>
            <a:ext cx="2428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34"/>
          <p:cNvSpPr txBox="1"/>
          <p:nvPr>
            <p:ph idx="17" type="body"/>
          </p:nvPr>
        </p:nvSpPr>
        <p:spPr>
          <a:xfrm>
            <a:off x="7160401" y="4411563"/>
            <a:ext cx="16758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down" showMasterSp="0">
  <p:cSld name="Title Slide"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/>
        </p:nvSpPr>
        <p:spPr>
          <a:xfrm>
            <a:off x="7222297" y="4866750"/>
            <a:ext cx="1678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5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Google_logo </a:t>
            </a:r>
            <a:r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 2021   </a:t>
            </a:r>
            <a:r>
              <a:rPr lang="en" sz="400">
                <a:solidFill>
                  <a:schemeClr val="dk2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|    </a:t>
            </a:r>
            <a:r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Confidential and Proprietary  pg. </a:t>
            </a:r>
            <a:fld id="{00000000-1234-1234-1234-123412341234}" type="slidenum">
              <a:rPr lang="en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‹#›</a:t>
            </a:fld>
            <a:endParaRPr sz="400">
              <a:solidFill>
                <a:schemeClr val="dk2"/>
              </a:solidFill>
              <a:latin typeface="Familjen Grotesk Medium"/>
              <a:ea typeface="Familjen Grotesk Medium"/>
              <a:cs typeface="Familjen Grotesk Medium"/>
              <a:sym typeface="Familjen Grotesk Medium"/>
            </a:endParaRPr>
          </a:p>
        </p:txBody>
      </p:sp>
      <p:sp>
        <p:nvSpPr>
          <p:cNvPr id="354" name="Google Shape;354;p3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35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3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5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4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">
  <p:cSld name="CUSTOM_2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idx="1" type="subTitle"/>
          </p:nvPr>
        </p:nvSpPr>
        <p:spPr>
          <a:xfrm>
            <a:off x="3933400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36"/>
          <p:cNvSpPr txBox="1"/>
          <p:nvPr>
            <p:ph idx="2" type="subTitle"/>
          </p:nvPr>
        </p:nvSpPr>
        <p:spPr>
          <a:xfrm>
            <a:off x="5174505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6"/>
          <p:cNvSpPr txBox="1"/>
          <p:nvPr>
            <p:ph idx="3" type="subTitle"/>
          </p:nvPr>
        </p:nvSpPr>
        <p:spPr>
          <a:xfrm>
            <a:off x="2692294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4" name="Google Shape;364;p36"/>
          <p:cNvSpPr txBox="1"/>
          <p:nvPr>
            <p:ph idx="4" type="subTitle"/>
          </p:nvPr>
        </p:nvSpPr>
        <p:spPr>
          <a:xfrm>
            <a:off x="14549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6"/>
          <p:cNvSpPr txBox="1"/>
          <p:nvPr>
            <p:ph idx="5" type="subTitle"/>
          </p:nvPr>
        </p:nvSpPr>
        <p:spPr>
          <a:xfrm>
            <a:off x="206286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6" name="Google Shape;366;p36"/>
          <p:cNvSpPr txBox="1"/>
          <p:nvPr>
            <p:ph idx="6" type="subTitle"/>
          </p:nvPr>
        </p:nvSpPr>
        <p:spPr>
          <a:xfrm>
            <a:off x="641295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7" name="Google Shape;367;p36"/>
          <p:cNvSpPr txBox="1"/>
          <p:nvPr>
            <p:ph idx="7" type="subTitle"/>
          </p:nvPr>
        </p:nvSpPr>
        <p:spPr>
          <a:xfrm>
            <a:off x="7651409" y="1065775"/>
            <a:ext cx="5781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68" name="Google Shape;368;p36"/>
          <p:cNvGrpSpPr/>
          <p:nvPr/>
        </p:nvGrpSpPr>
        <p:grpSpPr>
          <a:xfrm>
            <a:off x="234275" y="1193325"/>
            <a:ext cx="8682900" cy="3704625"/>
            <a:chOff x="234275" y="1193325"/>
            <a:chExt cx="8682900" cy="3704625"/>
          </a:xfrm>
        </p:grpSpPr>
        <p:cxnSp>
          <p:nvCxnSpPr>
            <p:cNvPr id="369" name="Google Shape;369;p36"/>
            <p:cNvCxnSpPr/>
            <p:nvPr/>
          </p:nvCxnSpPr>
          <p:spPr>
            <a:xfrm>
              <a:off x="234275" y="40083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6"/>
            <p:cNvCxnSpPr/>
            <p:nvPr/>
          </p:nvCxnSpPr>
          <p:spPr>
            <a:xfrm>
              <a:off x="234275" y="3045563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6"/>
            <p:cNvCxnSpPr/>
            <p:nvPr/>
          </p:nvCxnSpPr>
          <p:spPr>
            <a:xfrm>
              <a:off x="234275" y="20828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6"/>
            <p:cNvCxnSpPr/>
            <p:nvPr/>
          </p:nvCxnSpPr>
          <p:spPr>
            <a:xfrm>
              <a:off x="1474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27132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6"/>
            <p:cNvCxnSpPr/>
            <p:nvPr/>
          </p:nvCxnSpPr>
          <p:spPr>
            <a:xfrm>
              <a:off x="39524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36"/>
            <p:cNvCxnSpPr/>
            <p:nvPr/>
          </p:nvCxnSpPr>
          <p:spPr>
            <a:xfrm>
              <a:off x="51916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36"/>
            <p:cNvCxnSpPr/>
            <p:nvPr/>
          </p:nvCxnSpPr>
          <p:spPr>
            <a:xfrm>
              <a:off x="64308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36"/>
            <p:cNvCxnSpPr/>
            <p:nvPr/>
          </p:nvCxnSpPr>
          <p:spPr>
            <a:xfrm>
              <a:off x="7670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8" name="Google Shape;378;p36"/>
            <p:cNvSpPr/>
            <p:nvPr/>
          </p:nvSpPr>
          <p:spPr>
            <a:xfrm>
              <a:off x="234275" y="1193325"/>
              <a:ext cx="8675450" cy="3704450"/>
            </a:xfrm>
            <a:custGeom>
              <a:rect b="b" l="l" r="r" t="t"/>
              <a:pathLst>
                <a:path extrusionOk="0" h="148178" w="34701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79" name="Google Shape;379;p36"/>
          <p:cNvSpPr txBox="1"/>
          <p:nvPr>
            <p:ph idx="8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" name="Google Shape;380;p36"/>
          <p:cNvSpPr txBox="1"/>
          <p:nvPr>
            <p:ph idx="9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3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36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3" name="Google Shape;383;p36"/>
          <p:cNvSpPr txBox="1"/>
          <p:nvPr>
            <p:ph idx="1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84" name="Google Shape;384;p36"/>
          <p:cNvSpPr txBox="1"/>
          <p:nvPr>
            <p:ph idx="14" type="subTitle"/>
          </p:nvPr>
        </p:nvSpPr>
        <p:spPr>
          <a:xfrm>
            <a:off x="207975" y="1803028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36"/>
          <p:cNvSpPr txBox="1"/>
          <p:nvPr>
            <p:ph idx="15" type="subTitle"/>
          </p:nvPr>
        </p:nvSpPr>
        <p:spPr>
          <a:xfrm>
            <a:off x="207975" y="2765045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36"/>
          <p:cNvSpPr txBox="1"/>
          <p:nvPr>
            <p:ph idx="16" type="subTitle"/>
          </p:nvPr>
        </p:nvSpPr>
        <p:spPr>
          <a:xfrm>
            <a:off x="207975" y="3743075"/>
            <a:ext cx="539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nses">
  <p:cSld name="CUSTOM_2_1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9" name="Google Shape;389;p37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0" name="Google Shape;390;p3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7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s">
  <p:cSld name="CUSTOM_1_2"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4572125" y="-25"/>
            <a:ext cx="4572000" cy="12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95" name="Google Shape;395;p38"/>
          <p:cNvSpPr/>
          <p:nvPr/>
        </p:nvSpPr>
        <p:spPr>
          <a:xfrm>
            <a:off x="-75" y="-25"/>
            <a:ext cx="4572000" cy="353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4572025" y="1234025"/>
            <a:ext cx="4572000" cy="390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solidFill>
                <a:srgbClr val="3C3D3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397" name="Google Shape;397;p38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38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38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01" name="Google Shape;401;p38"/>
          <p:cNvSpPr txBox="1"/>
          <p:nvPr>
            <p:ph idx="3" type="body"/>
          </p:nvPr>
        </p:nvSpPr>
        <p:spPr>
          <a:xfrm>
            <a:off x="201875" y="1328225"/>
            <a:ext cx="2888700" cy="1853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2" name="Google Shape;402;p38"/>
          <p:cNvSpPr/>
          <p:nvPr/>
        </p:nvSpPr>
        <p:spPr>
          <a:xfrm>
            <a:off x="-75" y="3531275"/>
            <a:ext cx="4572000" cy="161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3" name="Google Shape;403;p38"/>
          <p:cNvSpPr txBox="1"/>
          <p:nvPr>
            <p:ph idx="4" type="title"/>
          </p:nvPr>
        </p:nvSpPr>
        <p:spPr>
          <a:xfrm>
            <a:off x="1775" y="3706500"/>
            <a:ext cx="45720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4" name="Google Shape;404;p38"/>
          <p:cNvSpPr txBox="1"/>
          <p:nvPr>
            <p:ph idx="5" type="title"/>
          </p:nvPr>
        </p:nvSpPr>
        <p:spPr>
          <a:xfrm>
            <a:off x="4572025" y="1410802"/>
            <a:ext cx="45720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5" name="Google Shape;405;p38"/>
          <p:cNvSpPr txBox="1"/>
          <p:nvPr>
            <p:ph idx="6" type="subTitle"/>
          </p:nvPr>
        </p:nvSpPr>
        <p:spPr>
          <a:xfrm>
            <a:off x="4620125" y="2279600"/>
            <a:ext cx="36234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38"/>
          <p:cNvSpPr txBox="1"/>
          <p:nvPr>
            <p:ph idx="7" type="subTitle"/>
          </p:nvPr>
        </p:nvSpPr>
        <p:spPr>
          <a:xfrm>
            <a:off x="90675" y="4563600"/>
            <a:ext cx="28887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2">
          <p15:clr>
            <a:srgbClr val="FA7B17"/>
          </p15:clr>
        </p15:guide>
        <p15:guide id="2" orient="horz" pos="3048">
          <p15:clr>
            <a:srgbClr val="FA7B17"/>
          </p15:clr>
        </p15:guide>
        <p15:guide id="3" pos="314">
          <p15:clr>
            <a:srgbClr val="FA7B17"/>
          </p15:clr>
        </p15:guide>
        <p15:guide id="4" pos="5446">
          <p15:clr>
            <a:srgbClr val="FA7B17"/>
          </p15:clr>
        </p15:guide>
        <p15:guide id="5" pos="567">
          <p15:clr>
            <a:srgbClr val="FA7B17"/>
          </p15:clr>
        </p15:guide>
        <p15:guide id="6" pos="757">
          <p15:clr>
            <a:srgbClr val="FA7B17"/>
          </p15:clr>
        </p15:guide>
        <p15:guide id="7" pos="1011">
          <p15:clr>
            <a:srgbClr val="FA7B17"/>
          </p15:clr>
        </p15:guide>
        <p15:guide id="8" pos="1201">
          <p15:clr>
            <a:srgbClr val="FA7B17"/>
          </p15:clr>
        </p15:guide>
        <p15:guide id="9" pos="1454">
          <p15:clr>
            <a:srgbClr val="FA7B17"/>
          </p15:clr>
        </p15:guide>
        <p15:guide id="10" pos="1644">
          <p15:clr>
            <a:srgbClr val="FA7B17"/>
          </p15:clr>
        </p15:guide>
        <p15:guide id="11" pos="1898">
          <p15:clr>
            <a:srgbClr val="FA7B17"/>
          </p15:clr>
        </p15:guide>
        <p15:guide id="12" pos="2088">
          <p15:clr>
            <a:srgbClr val="FA7B17"/>
          </p15:clr>
        </p15:guide>
        <p15:guide id="13" pos="2341">
          <p15:clr>
            <a:srgbClr val="FA7B17"/>
          </p15:clr>
        </p15:guide>
        <p15:guide id="14" pos="2532">
          <p15:clr>
            <a:srgbClr val="FA7B17"/>
          </p15:clr>
        </p15:guide>
        <p15:guide id="15" pos="2785">
          <p15:clr>
            <a:srgbClr val="FA7B17"/>
          </p15:clr>
        </p15:guide>
        <p15:guide id="16" pos="2975">
          <p15:clr>
            <a:srgbClr val="FA7B17"/>
          </p15:clr>
        </p15:guide>
        <p15:guide id="17" pos="3228">
          <p15:clr>
            <a:srgbClr val="FA7B17"/>
          </p15:clr>
        </p15:guide>
        <p15:guide id="18" pos="3419">
          <p15:clr>
            <a:srgbClr val="FA7B17"/>
          </p15:clr>
        </p15:guide>
        <p15:guide id="19" pos="3672">
          <p15:clr>
            <a:srgbClr val="FA7B17"/>
          </p15:clr>
        </p15:guide>
        <p15:guide id="20" pos="3862">
          <p15:clr>
            <a:srgbClr val="FA7B17"/>
          </p15:clr>
        </p15:guide>
        <p15:guide id="21" pos="4116">
          <p15:clr>
            <a:srgbClr val="FA7B17"/>
          </p15:clr>
        </p15:guide>
        <p15:guide id="22" pos="4306">
          <p15:clr>
            <a:srgbClr val="FA7B17"/>
          </p15:clr>
        </p15:guide>
        <p15:guide id="23" pos="4559">
          <p15:clr>
            <a:srgbClr val="FA7B17"/>
          </p15:clr>
        </p15:guide>
        <p15:guide id="24" pos="4749">
          <p15:clr>
            <a:srgbClr val="FA7B17"/>
          </p15:clr>
        </p15:guide>
        <p15:guide id="25" pos="5003">
          <p15:clr>
            <a:srgbClr val="FA7B17"/>
          </p15:clr>
        </p15:guide>
        <p15:guide id="26" pos="5193">
          <p15:clr>
            <a:srgbClr val="FA7B17"/>
          </p15:clr>
        </p15:guide>
        <p15:guide id="27" orient="horz" pos="837">
          <p15:clr>
            <a:srgbClr val="FA7B17"/>
          </p15:clr>
        </p15:guide>
        <p15:guide id="28" orient="horz" pos="2312">
          <p15:clr>
            <a:srgbClr val="FA7B17"/>
          </p15:clr>
        </p15:guide>
        <p15:guide id="29" orient="horz" pos="2405">
          <p15:clr>
            <a:srgbClr val="FA7B17"/>
          </p15:clr>
        </p15:guide>
        <p15:guide id="30" orient="horz" pos="929">
          <p15:clr>
            <a:srgbClr val="FA7B17"/>
          </p15:clr>
        </p15:guide>
        <p15:guide id="31" orient="horz" pos="1574">
          <p15:clr>
            <a:srgbClr val="FA7B17"/>
          </p15:clr>
        </p15:guide>
        <p15:guide id="32" orient="horz" pos="1666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mping Up">
  <p:cSld name="TITLE_1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39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0" name="Google Shape;410;p39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39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erarchy">
  <p:cSld name="CUSTOM_4">
    <p:bg>
      <p:bgPr>
        <a:solidFill>
          <a:schemeClr val="lt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40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4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40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17" name="Google Shape;417;p40"/>
          <p:cNvSpPr txBox="1"/>
          <p:nvPr>
            <p:ph idx="3" type="body"/>
          </p:nvPr>
        </p:nvSpPr>
        <p:spPr>
          <a:xfrm>
            <a:off x="5172399" y="349775"/>
            <a:ext cx="3721800" cy="707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ing">
  <p:cSld name="CUSTOM_2_1_1_1_1_1_1_1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41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4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41"/>
          <p:cNvSpPr txBox="1"/>
          <p:nvPr>
            <p:ph type="title"/>
          </p:nvPr>
        </p:nvSpPr>
        <p:spPr>
          <a:xfrm>
            <a:off x="73152" y="335300"/>
            <a:ext cx="44487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23" name="Google Shape;423;p41"/>
          <p:cNvSpPr txBox="1"/>
          <p:nvPr>
            <p:ph idx="3" type="subTitle"/>
          </p:nvPr>
        </p:nvSpPr>
        <p:spPr>
          <a:xfrm>
            <a:off x="5799441" y="1594150"/>
            <a:ext cx="26160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1"/>
          <p:cNvSpPr txBox="1"/>
          <p:nvPr>
            <p:ph idx="4" type="body"/>
          </p:nvPr>
        </p:nvSpPr>
        <p:spPr>
          <a:xfrm>
            <a:off x="5799450" y="2143800"/>
            <a:ext cx="2992800" cy="14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ook">
  <p:cSld name="TITLE_2_1_1_1">
    <p:bg>
      <p:bgPr>
        <a:solidFill>
          <a:schemeClr val="dk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8" name="Google Shape;428;p42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42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42"/>
          <p:cNvSpPr txBox="1"/>
          <p:nvPr>
            <p:ph idx="3" type="body"/>
          </p:nvPr>
        </p:nvSpPr>
        <p:spPr>
          <a:xfrm>
            <a:off x="1776150" y="1206375"/>
            <a:ext cx="4078500" cy="2514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42"/>
          <p:cNvSpPr/>
          <p:nvPr>
            <p:ph idx="4" type="pic"/>
          </p:nvPr>
        </p:nvSpPr>
        <p:spPr>
          <a:xfrm>
            <a:off x="3801625" y="3595950"/>
            <a:ext cx="5342400" cy="154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4 Column ">
  <p:cSld name="TITLE_2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3"/>
          <p:cNvSpPr/>
          <p:nvPr/>
        </p:nvSpPr>
        <p:spPr>
          <a:xfrm>
            <a:off x="6860750" y="1226475"/>
            <a:ext cx="22896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4" name="Google Shape;434;p43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5" name="Google Shape;435;p43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6" name="Google Shape;436;p43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43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38" name="Google Shape;438;p43"/>
          <p:cNvSpPr/>
          <p:nvPr/>
        </p:nvSpPr>
        <p:spPr>
          <a:xfrm>
            <a:off x="0" y="1226475"/>
            <a:ext cx="22896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9" name="Google Shape;439;p43"/>
          <p:cNvSpPr/>
          <p:nvPr/>
        </p:nvSpPr>
        <p:spPr>
          <a:xfrm>
            <a:off x="2289600" y="1226475"/>
            <a:ext cx="22896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40" name="Google Shape;440;p43"/>
          <p:cNvSpPr/>
          <p:nvPr/>
        </p:nvSpPr>
        <p:spPr>
          <a:xfrm>
            <a:off x="4579200" y="1226475"/>
            <a:ext cx="22896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41" name="Google Shape;441;p43"/>
          <p:cNvSpPr txBox="1"/>
          <p:nvPr>
            <p:ph idx="3" type="subTitle"/>
          </p:nvPr>
        </p:nvSpPr>
        <p:spPr>
          <a:xfrm>
            <a:off x="205725" y="2736600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2" name="Google Shape;442;p43"/>
          <p:cNvSpPr txBox="1"/>
          <p:nvPr>
            <p:ph idx="4" type="body"/>
          </p:nvPr>
        </p:nvSpPr>
        <p:spPr>
          <a:xfrm>
            <a:off x="205700" y="3291860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43" name="Google Shape;443;p43"/>
          <p:cNvSpPr txBox="1"/>
          <p:nvPr>
            <p:ph idx="5" type="subTitle"/>
          </p:nvPr>
        </p:nvSpPr>
        <p:spPr>
          <a:xfrm>
            <a:off x="2509242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43"/>
          <p:cNvSpPr txBox="1"/>
          <p:nvPr>
            <p:ph idx="6" type="body"/>
          </p:nvPr>
        </p:nvSpPr>
        <p:spPr>
          <a:xfrm>
            <a:off x="2509217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45" name="Google Shape;445;p43"/>
          <p:cNvSpPr txBox="1"/>
          <p:nvPr>
            <p:ph idx="7" type="subTitle"/>
          </p:nvPr>
        </p:nvSpPr>
        <p:spPr>
          <a:xfrm>
            <a:off x="4813008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6" name="Google Shape;446;p43"/>
          <p:cNvSpPr txBox="1"/>
          <p:nvPr>
            <p:ph idx="8" type="body"/>
          </p:nvPr>
        </p:nvSpPr>
        <p:spPr>
          <a:xfrm>
            <a:off x="4812983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47" name="Google Shape;447;p43"/>
          <p:cNvSpPr txBox="1"/>
          <p:nvPr>
            <p:ph idx="9" type="subTitle"/>
          </p:nvPr>
        </p:nvSpPr>
        <p:spPr>
          <a:xfrm>
            <a:off x="7091930" y="2736625"/>
            <a:ext cx="1827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8" name="Google Shape;448;p43"/>
          <p:cNvSpPr txBox="1"/>
          <p:nvPr>
            <p:ph idx="13" type="body"/>
          </p:nvPr>
        </p:nvSpPr>
        <p:spPr>
          <a:xfrm>
            <a:off x="7091905" y="3291885"/>
            <a:ext cx="18273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49" name="Google Shape;449;p43"/>
          <p:cNvSpPr/>
          <p:nvPr>
            <p:ph idx="14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3"/>
          <p:cNvSpPr/>
          <p:nvPr>
            <p:ph idx="15" type="pic"/>
          </p:nvPr>
        </p:nvSpPr>
        <p:spPr>
          <a:xfrm>
            <a:off x="250922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3"/>
          <p:cNvSpPr/>
          <p:nvPr>
            <p:ph idx="16" type="pic"/>
          </p:nvPr>
        </p:nvSpPr>
        <p:spPr>
          <a:xfrm>
            <a:off x="481297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3"/>
          <p:cNvSpPr/>
          <p:nvPr>
            <p:ph idx="17" type="pic"/>
          </p:nvPr>
        </p:nvSpPr>
        <p:spPr>
          <a:xfrm>
            <a:off x="709190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5 Column">
  <p:cSld name="TITLE_2_1_1_1_1_2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4"/>
          <p:cNvSpPr/>
          <p:nvPr/>
        </p:nvSpPr>
        <p:spPr>
          <a:xfrm>
            <a:off x="0" y="1226475"/>
            <a:ext cx="18288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5" name="Google Shape;455;p44"/>
          <p:cNvSpPr/>
          <p:nvPr/>
        </p:nvSpPr>
        <p:spPr>
          <a:xfrm>
            <a:off x="1828799" y="1226475"/>
            <a:ext cx="18288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6" name="Google Shape;456;p44"/>
          <p:cNvSpPr/>
          <p:nvPr/>
        </p:nvSpPr>
        <p:spPr>
          <a:xfrm>
            <a:off x="3657599" y="1226475"/>
            <a:ext cx="18288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7" name="Google Shape;457;p44"/>
          <p:cNvSpPr/>
          <p:nvPr/>
        </p:nvSpPr>
        <p:spPr>
          <a:xfrm>
            <a:off x="5486408" y="1226475"/>
            <a:ext cx="18288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8" name="Google Shape;458;p44"/>
          <p:cNvSpPr/>
          <p:nvPr/>
        </p:nvSpPr>
        <p:spPr>
          <a:xfrm>
            <a:off x="7315192" y="1226475"/>
            <a:ext cx="18288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9" name="Google Shape;459;p4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0" name="Google Shape;460;p44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1" name="Google Shape;461;p4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44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63" name="Google Shape;463;p44"/>
          <p:cNvSpPr txBox="1"/>
          <p:nvPr>
            <p:ph idx="3" type="subTitle"/>
          </p:nvPr>
        </p:nvSpPr>
        <p:spPr>
          <a:xfrm>
            <a:off x="205720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4" name="Google Shape;464;p44"/>
          <p:cNvSpPr txBox="1"/>
          <p:nvPr>
            <p:ph idx="4" type="body"/>
          </p:nvPr>
        </p:nvSpPr>
        <p:spPr>
          <a:xfrm>
            <a:off x="205700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65" name="Google Shape;465;p44"/>
          <p:cNvSpPr/>
          <p:nvPr>
            <p:ph idx="5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44"/>
          <p:cNvSpPr/>
          <p:nvPr>
            <p:ph idx="6" type="pic"/>
          </p:nvPr>
        </p:nvSpPr>
        <p:spPr>
          <a:xfrm>
            <a:off x="2023222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44"/>
          <p:cNvSpPr/>
          <p:nvPr>
            <p:ph idx="7" type="pic"/>
          </p:nvPr>
        </p:nvSpPr>
        <p:spPr>
          <a:xfrm>
            <a:off x="3852019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4"/>
          <p:cNvSpPr/>
          <p:nvPr>
            <p:ph idx="8" type="pic"/>
          </p:nvPr>
        </p:nvSpPr>
        <p:spPr>
          <a:xfrm>
            <a:off x="5680816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4"/>
          <p:cNvSpPr/>
          <p:nvPr>
            <p:ph idx="9" type="pic"/>
          </p:nvPr>
        </p:nvSpPr>
        <p:spPr>
          <a:xfrm>
            <a:off x="7509613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4"/>
          <p:cNvSpPr txBox="1"/>
          <p:nvPr>
            <p:ph idx="13" type="subTitle"/>
          </p:nvPr>
        </p:nvSpPr>
        <p:spPr>
          <a:xfrm>
            <a:off x="20301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44"/>
          <p:cNvSpPr txBox="1"/>
          <p:nvPr>
            <p:ph idx="14" type="body"/>
          </p:nvPr>
        </p:nvSpPr>
        <p:spPr>
          <a:xfrm>
            <a:off x="20300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2" name="Google Shape;472;p44"/>
          <p:cNvSpPr txBox="1"/>
          <p:nvPr>
            <p:ph idx="15" type="subTitle"/>
          </p:nvPr>
        </p:nvSpPr>
        <p:spPr>
          <a:xfrm>
            <a:off x="38589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3" name="Google Shape;473;p44"/>
          <p:cNvSpPr txBox="1"/>
          <p:nvPr>
            <p:ph idx="16" type="body"/>
          </p:nvPr>
        </p:nvSpPr>
        <p:spPr>
          <a:xfrm>
            <a:off x="38588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4" name="Google Shape;474;p44"/>
          <p:cNvSpPr txBox="1"/>
          <p:nvPr>
            <p:ph idx="17" type="subTitle"/>
          </p:nvPr>
        </p:nvSpPr>
        <p:spPr>
          <a:xfrm>
            <a:off x="56877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44"/>
          <p:cNvSpPr txBox="1"/>
          <p:nvPr>
            <p:ph idx="18" type="body"/>
          </p:nvPr>
        </p:nvSpPr>
        <p:spPr>
          <a:xfrm>
            <a:off x="56876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6" name="Google Shape;476;p44"/>
          <p:cNvSpPr txBox="1"/>
          <p:nvPr>
            <p:ph idx="19" type="subTitle"/>
          </p:nvPr>
        </p:nvSpPr>
        <p:spPr>
          <a:xfrm>
            <a:off x="7516507" y="2508000"/>
            <a:ext cx="14262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44"/>
          <p:cNvSpPr txBox="1"/>
          <p:nvPr>
            <p:ph idx="20" type="body"/>
          </p:nvPr>
        </p:nvSpPr>
        <p:spPr>
          <a:xfrm>
            <a:off x="7516488" y="3063257"/>
            <a:ext cx="14262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6 Column">
  <p:cSld name="TITLE_2_1_1_1_1_2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/>
          <p:nvPr/>
        </p:nvSpPr>
        <p:spPr>
          <a:xfrm>
            <a:off x="0" y="1226475"/>
            <a:ext cx="1524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0" name="Google Shape;480;p45"/>
          <p:cNvSpPr/>
          <p:nvPr/>
        </p:nvSpPr>
        <p:spPr>
          <a:xfrm>
            <a:off x="1523982" y="1226475"/>
            <a:ext cx="1524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1" name="Google Shape;481;p45"/>
          <p:cNvSpPr/>
          <p:nvPr/>
        </p:nvSpPr>
        <p:spPr>
          <a:xfrm>
            <a:off x="3047964" y="1226475"/>
            <a:ext cx="1524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4571955" y="1226475"/>
            <a:ext cx="1524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6095925" y="1226475"/>
            <a:ext cx="1524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4" name="Google Shape;484;p45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5" name="Google Shape;485;p45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6" name="Google Shape;486;p4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5"/>
          <p:cNvSpPr txBox="1"/>
          <p:nvPr>
            <p:ph type="title"/>
          </p:nvPr>
        </p:nvSpPr>
        <p:spPr>
          <a:xfrm>
            <a:off x="73150" y="340625"/>
            <a:ext cx="89538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88" name="Google Shape;488;p45"/>
          <p:cNvSpPr txBox="1"/>
          <p:nvPr>
            <p:ph idx="3" type="subTitle"/>
          </p:nvPr>
        </p:nvSpPr>
        <p:spPr>
          <a:xfrm>
            <a:off x="171431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9" name="Google Shape;489;p45"/>
          <p:cNvSpPr txBox="1"/>
          <p:nvPr>
            <p:ph idx="4" type="body"/>
          </p:nvPr>
        </p:nvSpPr>
        <p:spPr>
          <a:xfrm>
            <a:off x="171425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0" name="Google Shape;490;p45"/>
          <p:cNvSpPr/>
          <p:nvPr>
            <p:ph idx="5" type="pic"/>
          </p:nvPr>
        </p:nvSpPr>
        <p:spPr>
          <a:xfrm>
            <a:off x="153200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45"/>
          <p:cNvSpPr/>
          <p:nvPr>
            <p:ph idx="6" type="pic"/>
          </p:nvPr>
        </p:nvSpPr>
        <p:spPr>
          <a:xfrm>
            <a:off x="1685996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45"/>
          <p:cNvSpPr/>
          <p:nvPr>
            <p:ph idx="7" type="pic"/>
          </p:nvPr>
        </p:nvSpPr>
        <p:spPr>
          <a:xfrm>
            <a:off x="3209979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45"/>
          <p:cNvSpPr/>
          <p:nvPr>
            <p:ph idx="8" type="pic"/>
          </p:nvPr>
        </p:nvSpPr>
        <p:spPr>
          <a:xfrm>
            <a:off x="4733963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45"/>
          <p:cNvSpPr/>
          <p:nvPr>
            <p:ph idx="9" type="pic"/>
          </p:nvPr>
        </p:nvSpPr>
        <p:spPr>
          <a:xfrm>
            <a:off x="6257946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45"/>
          <p:cNvSpPr txBox="1"/>
          <p:nvPr>
            <p:ph idx="13" type="subTitle"/>
          </p:nvPr>
        </p:nvSpPr>
        <p:spPr>
          <a:xfrm>
            <a:off x="1691737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45"/>
          <p:cNvSpPr txBox="1"/>
          <p:nvPr>
            <p:ph idx="14" type="body"/>
          </p:nvPr>
        </p:nvSpPr>
        <p:spPr>
          <a:xfrm>
            <a:off x="1691730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7" name="Google Shape;497;p45"/>
          <p:cNvSpPr txBox="1"/>
          <p:nvPr>
            <p:ph idx="15" type="subTitle"/>
          </p:nvPr>
        </p:nvSpPr>
        <p:spPr>
          <a:xfrm>
            <a:off x="3215719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45"/>
          <p:cNvSpPr txBox="1"/>
          <p:nvPr>
            <p:ph idx="16" type="body"/>
          </p:nvPr>
        </p:nvSpPr>
        <p:spPr>
          <a:xfrm>
            <a:off x="3215712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9" name="Google Shape;499;p45"/>
          <p:cNvSpPr txBox="1"/>
          <p:nvPr>
            <p:ph idx="17" type="subTitle"/>
          </p:nvPr>
        </p:nvSpPr>
        <p:spPr>
          <a:xfrm>
            <a:off x="4739702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45"/>
          <p:cNvSpPr txBox="1"/>
          <p:nvPr>
            <p:ph idx="18" type="body"/>
          </p:nvPr>
        </p:nvSpPr>
        <p:spPr>
          <a:xfrm>
            <a:off x="4739694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1" name="Google Shape;501;p45"/>
          <p:cNvSpPr txBox="1"/>
          <p:nvPr>
            <p:ph idx="19" type="subTitle"/>
          </p:nvPr>
        </p:nvSpPr>
        <p:spPr>
          <a:xfrm>
            <a:off x="6263685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45"/>
          <p:cNvSpPr txBox="1"/>
          <p:nvPr>
            <p:ph idx="20" type="body"/>
          </p:nvPr>
        </p:nvSpPr>
        <p:spPr>
          <a:xfrm>
            <a:off x="6263677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3" name="Google Shape;503;p45"/>
          <p:cNvSpPr/>
          <p:nvPr/>
        </p:nvSpPr>
        <p:spPr>
          <a:xfrm>
            <a:off x="7619949" y="1226475"/>
            <a:ext cx="1524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04" name="Google Shape;504;p45"/>
          <p:cNvSpPr/>
          <p:nvPr>
            <p:ph idx="21" type="pic"/>
          </p:nvPr>
        </p:nvSpPr>
        <p:spPr>
          <a:xfrm>
            <a:off x="7781973" y="1481700"/>
            <a:ext cx="828600" cy="8286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45"/>
          <p:cNvSpPr txBox="1"/>
          <p:nvPr>
            <p:ph idx="22" type="subTitle"/>
          </p:nvPr>
        </p:nvSpPr>
        <p:spPr>
          <a:xfrm>
            <a:off x="7787709" y="2431800"/>
            <a:ext cx="11883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45"/>
          <p:cNvSpPr txBox="1"/>
          <p:nvPr>
            <p:ph idx="23" type="body"/>
          </p:nvPr>
        </p:nvSpPr>
        <p:spPr>
          <a:xfrm>
            <a:off x="7787700" y="2987048"/>
            <a:ext cx="1188300" cy="200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3 Column">
  <p:cSld name="TITLE_2_1_1_1_1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9" name="Google Shape;509;p46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0" name="Google Shape;510;p4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46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12" name="Google Shape;512;p46"/>
          <p:cNvSpPr/>
          <p:nvPr/>
        </p:nvSpPr>
        <p:spPr>
          <a:xfrm>
            <a:off x="0" y="1226475"/>
            <a:ext cx="3048000" cy="391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3048040" y="1226475"/>
            <a:ext cx="3048000" cy="39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6096081" y="1226475"/>
            <a:ext cx="3048000" cy="391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15" name="Google Shape;515;p46"/>
          <p:cNvSpPr/>
          <p:nvPr>
            <p:ph idx="3" type="pic"/>
          </p:nvPr>
        </p:nvSpPr>
        <p:spPr>
          <a:xfrm>
            <a:off x="183850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46"/>
          <p:cNvSpPr/>
          <p:nvPr>
            <p:ph idx="4" type="pic"/>
          </p:nvPr>
        </p:nvSpPr>
        <p:spPr>
          <a:xfrm>
            <a:off x="3242451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6"/>
          <p:cNvSpPr/>
          <p:nvPr>
            <p:ph idx="5" type="pic"/>
          </p:nvPr>
        </p:nvSpPr>
        <p:spPr>
          <a:xfrm>
            <a:off x="6290475" y="1481700"/>
            <a:ext cx="994200" cy="9942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46"/>
          <p:cNvSpPr txBox="1"/>
          <p:nvPr>
            <p:ph idx="6" type="subTitle"/>
          </p:nvPr>
        </p:nvSpPr>
        <p:spPr>
          <a:xfrm>
            <a:off x="205735" y="2736600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46"/>
          <p:cNvSpPr txBox="1"/>
          <p:nvPr>
            <p:ph idx="7" type="body"/>
          </p:nvPr>
        </p:nvSpPr>
        <p:spPr>
          <a:xfrm>
            <a:off x="205700" y="3291857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0" name="Google Shape;520;p46"/>
          <p:cNvSpPr txBox="1"/>
          <p:nvPr>
            <p:ph idx="8" type="subTitle"/>
          </p:nvPr>
        </p:nvSpPr>
        <p:spPr>
          <a:xfrm>
            <a:off x="3253915" y="2736625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46"/>
          <p:cNvSpPr txBox="1"/>
          <p:nvPr>
            <p:ph idx="9" type="body"/>
          </p:nvPr>
        </p:nvSpPr>
        <p:spPr>
          <a:xfrm>
            <a:off x="3253879" y="3291882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2" name="Google Shape;522;p46"/>
          <p:cNvSpPr txBox="1"/>
          <p:nvPr>
            <p:ph idx="13" type="subTitle"/>
          </p:nvPr>
        </p:nvSpPr>
        <p:spPr>
          <a:xfrm>
            <a:off x="6299133" y="2736625"/>
            <a:ext cx="2581800" cy="43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3" name="Google Shape;523;p46"/>
          <p:cNvSpPr txBox="1"/>
          <p:nvPr>
            <p:ph idx="14" type="body"/>
          </p:nvPr>
        </p:nvSpPr>
        <p:spPr>
          <a:xfrm>
            <a:off x="6299098" y="3291882"/>
            <a:ext cx="2581800" cy="1582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 and Challenges">
  <p:cSld name="TITLE_2_1_1_2"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6" name="Google Shape;526;p47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7" name="Google Shape;527;p4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7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9" name="Google Shape;529;p47"/>
          <p:cNvSpPr/>
          <p:nvPr>
            <p:ph idx="3" type="pic"/>
          </p:nvPr>
        </p:nvSpPr>
        <p:spPr>
          <a:xfrm>
            <a:off x="4235850" y="3600625"/>
            <a:ext cx="2494800" cy="15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47"/>
          <p:cNvSpPr/>
          <p:nvPr>
            <p:ph idx="4" type="pic"/>
          </p:nvPr>
        </p:nvSpPr>
        <p:spPr>
          <a:xfrm>
            <a:off x="5748150" y="1121900"/>
            <a:ext cx="3395700" cy="24786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47"/>
          <p:cNvSpPr txBox="1"/>
          <p:nvPr>
            <p:ph idx="5" type="subTitle"/>
          </p:nvPr>
        </p:nvSpPr>
        <p:spPr>
          <a:xfrm>
            <a:off x="170300" y="1466475"/>
            <a:ext cx="3328200" cy="3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">
  <p:cSld name="TITLE_2_2">
    <p:bg>
      <p:bgPr>
        <a:solidFill>
          <a:schemeClr val="l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8"/>
          <p:cNvSpPr/>
          <p:nvPr>
            <p:ph idx="2" type="pic"/>
          </p:nvPr>
        </p:nvSpPr>
        <p:spPr>
          <a:xfrm>
            <a:off x="5751600" y="141957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48"/>
          <p:cNvSpPr/>
          <p:nvPr>
            <p:ph idx="3" type="pic"/>
          </p:nvPr>
        </p:nvSpPr>
        <p:spPr>
          <a:xfrm>
            <a:off x="3516900" y="141952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8"/>
          <p:cNvSpPr/>
          <p:nvPr>
            <p:ph idx="4" type="pic"/>
          </p:nvPr>
        </p:nvSpPr>
        <p:spPr>
          <a:xfrm>
            <a:off x="1282250" y="1419575"/>
            <a:ext cx="22347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8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48"/>
          <p:cNvSpPr txBox="1"/>
          <p:nvPr>
            <p:ph idx="5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8" name="Google Shape;538;p48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48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40" name="Google Shape;540;p48"/>
          <p:cNvSpPr/>
          <p:nvPr/>
        </p:nvSpPr>
        <p:spPr>
          <a:xfrm>
            <a:off x="1282200" y="2243875"/>
            <a:ext cx="2234700" cy="24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41" name="Google Shape;541;p48"/>
          <p:cNvSpPr/>
          <p:nvPr/>
        </p:nvSpPr>
        <p:spPr>
          <a:xfrm>
            <a:off x="3516900" y="2243875"/>
            <a:ext cx="2234700" cy="24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42" name="Google Shape;542;p48"/>
          <p:cNvSpPr/>
          <p:nvPr/>
        </p:nvSpPr>
        <p:spPr>
          <a:xfrm>
            <a:off x="5751600" y="2243875"/>
            <a:ext cx="2234700" cy="246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43" name="Google Shape;543;p48"/>
          <p:cNvSpPr txBox="1"/>
          <p:nvPr>
            <p:ph idx="6" type="subTitle"/>
          </p:nvPr>
        </p:nvSpPr>
        <p:spPr>
          <a:xfrm>
            <a:off x="1363375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4" name="Google Shape;544;p48"/>
          <p:cNvSpPr txBox="1"/>
          <p:nvPr>
            <p:ph idx="7" type="subTitle"/>
          </p:nvPr>
        </p:nvSpPr>
        <p:spPr>
          <a:xfrm>
            <a:off x="1363375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5" name="Google Shape;545;p48"/>
          <p:cNvSpPr txBox="1"/>
          <p:nvPr>
            <p:ph idx="8" type="subTitle"/>
          </p:nvPr>
        </p:nvSpPr>
        <p:spPr>
          <a:xfrm>
            <a:off x="3621600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6" name="Google Shape;546;p48"/>
          <p:cNvSpPr txBox="1"/>
          <p:nvPr>
            <p:ph idx="9" type="subTitle"/>
          </p:nvPr>
        </p:nvSpPr>
        <p:spPr>
          <a:xfrm>
            <a:off x="3621600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7" name="Google Shape;547;p48"/>
          <p:cNvSpPr txBox="1"/>
          <p:nvPr>
            <p:ph idx="13" type="subTitle"/>
          </p:nvPr>
        </p:nvSpPr>
        <p:spPr>
          <a:xfrm>
            <a:off x="5879825" y="2273875"/>
            <a:ext cx="2025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8" name="Google Shape;548;p48"/>
          <p:cNvSpPr txBox="1"/>
          <p:nvPr>
            <p:ph idx="14" type="subTitle"/>
          </p:nvPr>
        </p:nvSpPr>
        <p:spPr>
          <a:xfrm>
            <a:off x="5879825" y="2677184"/>
            <a:ext cx="20253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ITLE_2_1_2_1">
    <p:bg>
      <p:bgPr>
        <a:solidFill>
          <a:schemeClr val="lt2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1" name="Google Shape;551;p49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49"/>
          <p:cNvSpPr txBox="1"/>
          <p:nvPr>
            <p:ph type="title"/>
          </p:nvPr>
        </p:nvSpPr>
        <p:spPr>
          <a:xfrm>
            <a:off x="73151" y="340625"/>
            <a:ext cx="37473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53" name="Google Shape;553;p49"/>
          <p:cNvSpPr/>
          <p:nvPr>
            <p:ph idx="2" type="pic"/>
          </p:nvPr>
        </p:nvSpPr>
        <p:spPr>
          <a:xfrm>
            <a:off x="0" y="2771225"/>
            <a:ext cx="2824800" cy="1885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9"/>
          <p:cNvSpPr/>
          <p:nvPr>
            <p:ph idx="3" type="pic"/>
          </p:nvPr>
        </p:nvSpPr>
        <p:spPr>
          <a:xfrm>
            <a:off x="2824800" y="2015675"/>
            <a:ext cx="2893800" cy="1930200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49"/>
          <p:cNvSpPr/>
          <p:nvPr>
            <p:ph idx="4" type="pic"/>
          </p:nvPr>
        </p:nvSpPr>
        <p:spPr>
          <a:xfrm>
            <a:off x="5718550" y="2610550"/>
            <a:ext cx="2961300" cy="19737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9"/>
          <p:cNvSpPr/>
          <p:nvPr>
            <p:ph idx="5" type="pic"/>
          </p:nvPr>
        </p:nvSpPr>
        <p:spPr>
          <a:xfrm>
            <a:off x="5718650" y="0"/>
            <a:ext cx="3425400" cy="22461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9"/>
          <p:cNvSpPr/>
          <p:nvPr>
            <p:ph idx="6" type="pic"/>
          </p:nvPr>
        </p:nvSpPr>
        <p:spPr>
          <a:xfrm>
            <a:off x="3820450" y="0"/>
            <a:ext cx="1898100" cy="126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9"/>
          <p:cNvSpPr/>
          <p:nvPr>
            <p:ph idx="7" type="pic"/>
          </p:nvPr>
        </p:nvSpPr>
        <p:spPr>
          <a:xfrm>
            <a:off x="1768175" y="1006775"/>
            <a:ext cx="1056900" cy="10089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49"/>
          <p:cNvSpPr txBox="1"/>
          <p:nvPr>
            <p:ph idx="8" type="subTitle"/>
          </p:nvPr>
        </p:nvSpPr>
        <p:spPr>
          <a:xfrm>
            <a:off x="1771200" y="2057446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49"/>
          <p:cNvSpPr txBox="1"/>
          <p:nvPr>
            <p:ph idx="9" type="subTitle"/>
          </p:nvPr>
        </p:nvSpPr>
        <p:spPr>
          <a:xfrm>
            <a:off x="2901125" y="3987842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49"/>
          <p:cNvSpPr txBox="1"/>
          <p:nvPr>
            <p:ph idx="13" type="subTitle"/>
          </p:nvPr>
        </p:nvSpPr>
        <p:spPr>
          <a:xfrm>
            <a:off x="73150" y="4736976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49"/>
          <p:cNvSpPr txBox="1"/>
          <p:nvPr>
            <p:ph idx="14" type="subTitle"/>
          </p:nvPr>
        </p:nvSpPr>
        <p:spPr>
          <a:xfrm>
            <a:off x="5718725" y="465697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49"/>
          <p:cNvSpPr txBox="1"/>
          <p:nvPr>
            <p:ph idx="15" type="subTitle"/>
          </p:nvPr>
        </p:nvSpPr>
        <p:spPr>
          <a:xfrm>
            <a:off x="5785025" y="228743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49"/>
          <p:cNvSpPr txBox="1"/>
          <p:nvPr>
            <p:ph idx="16" type="subTitle"/>
          </p:nvPr>
        </p:nvSpPr>
        <p:spPr>
          <a:xfrm>
            <a:off x="3820450" y="1302198"/>
            <a:ext cx="1056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2_1_1_3">
    <p:bg>
      <p:bgPr>
        <a:solidFill>
          <a:schemeClr val="lt2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5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0"/>
          <p:cNvSpPr txBox="1"/>
          <p:nvPr>
            <p:ph type="title"/>
          </p:nvPr>
        </p:nvSpPr>
        <p:spPr>
          <a:xfrm>
            <a:off x="1605875" y="1164200"/>
            <a:ext cx="75381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569" name="Google Shape;569;p50"/>
          <p:cNvSpPr/>
          <p:nvPr>
            <p:ph idx="2" type="pic"/>
          </p:nvPr>
        </p:nvSpPr>
        <p:spPr>
          <a:xfrm>
            <a:off x="1610975" y="3460538"/>
            <a:ext cx="4131000" cy="1683000"/>
          </a:xfrm>
          <a:prstGeom prst="rect">
            <a:avLst/>
          </a:prstGeom>
          <a:noFill/>
          <a:ln>
            <a:noFill/>
          </a:ln>
        </p:spPr>
      </p:sp>
      <p:sp>
        <p:nvSpPr>
          <p:cNvPr id="570" name="Google Shape;570;p50"/>
          <p:cNvSpPr/>
          <p:nvPr>
            <p:ph idx="3" type="pic"/>
          </p:nvPr>
        </p:nvSpPr>
        <p:spPr>
          <a:xfrm>
            <a:off x="6455100" y="0"/>
            <a:ext cx="2688900" cy="368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2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576" name="Google Shape;576;p52"/>
          <p:cNvSpPr/>
          <p:nvPr/>
        </p:nvSpPr>
        <p:spPr>
          <a:xfrm>
            <a:off x="4249625" y="3488450"/>
            <a:ext cx="4665900" cy="1431600"/>
          </a:xfrm>
          <a:prstGeom prst="roundRect">
            <a:avLst>
              <a:gd fmla="val 885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2"/>
          <p:cNvSpPr txBox="1"/>
          <p:nvPr>
            <p:ph idx="2" type="title"/>
          </p:nvPr>
        </p:nvSpPr>
        <p:spPr>
          <a:xfrm>
            <a:off x="4637775" y="3665450"/>
            <a:ext cx="4041000" cy="12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lt2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3"/>
          <p:cNvSpPr/>
          <p:nvPr/>
        </p:nvSpPr>
        <p:spPr>
          <a:xfrm>
            <a:off x="228600" y="223625"/>
            <a:ext cx="6299100" cy="4691700"/>
          </a:xfrm>
          <a:prstGeom prst="roundRect">
            <a:avLst>
              <a:gd fmla="val 3982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3"/>
          <p:cNvSpPr/>
          <p:nvPr/>
        </p:nvSpPr>
        <p:spPr>
          <a:xfrm>
            <a:off x="8378775" y="223500"/>
            <a:ext cx="536700" cy="4696500"/>
          </a:xfrm>
          <a:prstGeom prst="roundRect">
            <a:avLst>
              <a:gd fmla="val 3056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3"/>
          <p:cNvSpPr/>
          <p:nvPr>
            <p:ph idx="2" type="pic"/>
          </p:nvPr>
        </p:nvSpPr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2" name="Google Shape;582;p53"/>
          <p:cNvSpPr txBox="1"/>
          <p:nvPr>
            <p:ph type="title"/>
          </p:nvPr>
        </p:nvSpPr>
        <p:spPr>
          <a:xfrm>
            <a:off x="409800" y="2743200"/>
            <a:ext cx="5648100" cy="24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Font typeface="Darker Grotesque Medium"/>
              <a:buNone/>
              <a:defRPr b="0" sz="35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3" name="Google Shape;583;p53"/>
          <p:cNvSpPr txBox="1"/>
          <p:nvPr>
            <p:ph idx="1" type="subTitle"/>
          </p:nvPr>
        </p:nvSpPr>
        <p:spPr>
          <a:xfrm>
            <a:off x="351400" y="314425"/>
            <a:ext cx="4283400" cy="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 b="0" sz="1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Objective" type="tx">
  <p:cSld name="TITLE_AND_BODY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/>
          <p:nvPr/>
        </p:nvSpPr>
        <p:spPr>
          <a:xfrm>
            <a:off x="22860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4"/>
          <p:cNvSpPr/>
          <p:nvPr/>
        </p:nvSpPr>
        <p:spPr>
          <a:xfrm>
            <a:off x="228600" y="2604950"/>
            <a:ext cx="4286100" cy="20457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4"/>
          <p:cNvSpPr/>
          <p:nvPr>
            <p:ph idx="2" type="pic"/>
          </p:nvPr>
        </p:nvSpPr>
        <p:spPr>
          <a:xfrm>
            <a:off x="4629150" y="2604950"/>
            <a:ext cx="4286100" cy="2042100"/>
          </a:xfrm>
          <a:prstGeom prst="roundRect">
            <a:avLst>
              <a:gd fmla="val 10953" name="adj"/>
            </a:avLst>
          </a:prstGeom>
          <a:noFill/>
          <a:ln>
            <a:noFill/>
          </a:ln>
        </p:spPr>
      </p:sp>
      <p:sp>
        <p:nvSpPr>
          <p:cNvPr id="588" name="Google Shape;588;p54"/>
          <p:cNvSpPr txBox="1"/>
          <p:nvPr>
            <p:ph idx="1" type="subTitle"/>
          </p:nvPr>
        </p:nvSpPr>
        <p:spPr>
          <a:xfrm>
            <a:off x="29190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54"/>
          <p:cNvSpPr txBox="1"/>
          <p:nvPr>
            <p:ph idx="3" type="body"/>
          </p:nvPr>
        </p:nvSpPr>
        <p:spPr>
          <a:xfrm>
            <a:off x="29190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0" name="Google Shape;590;p54"/>
          <p:cNvSpPr txBox="1"/>
          <p:nvPr>
            <p:ph idx="4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54"/>
          <p:cNvSpPr/>
          <p:nvPr/>
        </p:nvSpPr>
        <p:spPr>
          <a:xfrm>
            <a:off x="3205900" y="223625"/>
            <a:ext cx="27378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4"/>
          <p:cNvSpPr txBox="1"/>
          <p:nvPr>
            <p:ph idx="5" type="subTitle"/>
          </p:nvPr>
        </p:nvSpPr>
        <p:spPr>
          <a:xfrm>
            <a:off x="3266546" y="1260225"/>
            <a:ext cx="24432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54"/>
          <p:cNvSpPr txBox="1"/>
          <p:nvPr>
            <p:ph idx="6" type="body"/>
          </p:nvPr>
        </p:nvSpPr>
        <p:spPr>
          <a:xfrm>
            <a:off x="3266550" y="1663200"/>
            <a:ext cx="26187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4" name="Google Shape;594;p54"/>
          <p:cNvSpPr txBox="1"/>
          <p:nvPr>
            <p:ph idx="7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54"/>
          <p:cNvSpPr/>
          <p:nvPr/>
        </p:nvSpPr>
        <p:spPr>
          <a:xfrm>
            <a:off x="606395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4"/>
          <p:cNvSpPr txBox="1"/>
          <p:nvPr>
            <p:ph idx="8" type="subTitle"/>
          </p:nvPr>
        </p:nvSpPr>
        <p:spPr>
          <a:xfrm>
            <a:off x="612725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54"/>
          <p:cNvSpPr txBox="1"/>
          <p:nvPr>
            <p:ph idx="9" type="body"/>
          </p:nvPr>
        </p:nvSpPr>
        <p:spPr>
          <a:xfrm>
            <a:off x="612725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4"/>
          <p:cNvSpPr txBox="1"/>
          <p:nvPr>
            <p:ph idx="13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p54"/>
          <p:cNvSpPr txBox="1"/>
          <p:nvPr>
            <p:ph idx="14" type="subTitle"/>
          </p:nvPr>
        </p:nvSpPr>
        <p:spPr>
          <a:xfrm>
            <a:off x="291900" y="3371375"/>
            <a:ext cx="4067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54"/>
          <p:cNvSpPr txBox="1"/>
          <p:nvPr>
            <p:ph idx="15" type="body"/>
          </p:nvPr>
        </p:nvSpPr>
        <p:spPr>
          <a:xfrm>
            <a:off x="291900" y="3837225"/>
            <a:ext cx="41439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54"/>
          <p:cNvSpPr txBox="1"/>
          <p:nvPr>
            <p:ph idx="16" type="subTitle"/>
          </p:nvPr>
        </p:nvSpPr>
        <p:spPr>
          <a:xfrm>
            <a:off x="291900" y="2740300"/>
            <a:ext cx="24606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2" name="Google Shape;602;p5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4"/>
          <p:cNvSpPr txBox="1"/>
          <p:nvPr>
            <p:ph idx="1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5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woColTx">
  <p:cSld name="TITLE_AND_TWO_COLUMN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5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8" name="Google Shape;608;p5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s &amp; Cons" type="titleOnly">
  <p:cSld name="TITLE_ONLY">
    <p:bg>
      <p:bgPr>
        <a:solidFill>
          <a:schemeClr val="l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6"/>
          <p:cNvSpPr/>
          <p:nvPr/>
        </p:nvSpPr>
        <p:spPr>
          <a:xfrm>
            <a:off x="228600" y="223625"/>
            <a:ext cx="4825200" cy="44379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6"/>
          <p:cNvSpPr/>
          <p:nvPr/>
        </p:nvSpPr>
        <p:spPr>
          <a:xfrm>
            <a:off x="5188325" y="223625"/>
            <a:ext cx="3727200" cy="44379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6"/>
          <p:cNvSpPr txBox="1"/>
          <p:nvPr>
            <p:ph type="title"/>
          </p:nvPr>
        </p:nvSpPr>
        <p:spPr>
          <a:xfrm>
            <a:off x="476409" y="3845757"/>
            <a:ext cx="26385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3" name="Google Shape;613;p56"/>
          <p:cNvSpPr txBox="1"/>
          <p:nvPr>
            <p:ph idx="2" type="title"/>
          </p:nvPr>
        </p:nvSpPr>
        <p:spPr>
          <a:xfrm>
            <a:off x="5382375" y="3845757"/>
            <a:ext cx="2110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4" name="Google Shape;614;p56"/>
          <p:cNvSpPr txBox="1"/>
          <p:nvPr>
            <p:ph idx="1" type="body"/>
          </p:nvPr>
        </p:nvSpPr>
        <p:spPr>
          <a:xfrm>
            <a:off x="476409" y="392594"/>
            <a:ext cx="41643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5" name="Google Shape;615;p56"/>
          <p:cNvSpPr txBox="1"/>
          <p:nvPr>
            <p:ph idx="3" type="body"/>
          </p:nvPr>
        </p:nvSpPr>
        <p:spPr>
          <a:xfrm>
            <a:off x="5382375" y="392594"/>
            <a:ext cx="34194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6" name="Google Shape;616;p5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6"/>
          <p:cNvSpPr txBox="1"/>
          <p:nvPr>
            <p:ph idx="4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8" name="Google Shape;618;p5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Strategy">
  <p:cSld name="ONE_COLUMN_TEXT">
    <p:bg>
      <p:bgPr>
        <a:solidFill>
          <a:schemeClr val="lt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7"/>
          <p:cNvSpPr/>
          <p:nvPr/>
        </p:nvSpPr>
        <p:spPr>
          <a:xfrm>
            <a:off x="228600" y="223625"/>
            <a:ext cx="4238100" cy="4423500"/>
          </a:xfrm>
          <a:prstGeom prst="roundRect">
            <a:avLst>
              <a:gd fmla="val 59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7"/>
          <p:cNvSpPr/>
          <p:nvPr/>
        </p:nvSpPr>
        <p:spPr>
          <a:xfrm>
            <a:off x="4636327" y="223652"/>
            <a:ext cx="4279200" cy="9159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7"/>
          <p:cNvSpPr/>
          <p:nvPr/>
        </p:nvSpPr>
        <p:spPr>
          <a:xfrm>
            <a:off x="4636325" y="1307410"/>
            <a:ext cx="4279200" cy="2371800"/>
          </a:xfrm>
          <a:prstGeom prst="roundRect">
            <a:avLst>
              <a:gd fmla="val 119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7"/>
          <p:cNvSpPr/>
          <p:nvPr/>
        </p:nvSpPr>
        <p:spPr>
          <a:xfrm>
            <a:off x="4636327" y="3846769"/>
            <a:ext cx="4279200" cy="8004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7"/>
          <p:cNvSpPr txBox="1"/>
          <p:nvPr>
            <p:ph type="title"/>
          </p:nvPr>
        </p:nvSpPr>
        <p:spPr>
          <a:xfrm>
            <a:off x="299276" y="3595975"/>
            <a:ext cx="36300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5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27" name="Google Shape;627;p57"/>
          <p:cNvSpPr txBox="1"/>
          <p:nvPr>
            <p:ph idx="2" type="subTitle"/>
          </p:nvPr>
        </p:nvSpPr>
        <p:spPr>
          <a:xfrm>
            <a:off x="4762500" y="210875"/>
            <a:ext cx="5868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8" name="Google Shape;628;p57"/>
          <p:cNvSpPr txBox="1"/>
          <p:nvPr>
            <p:ph idx="3" type="subTitle"/>
          </p:nvPr>
        </p:nvSpPr>
        <p:spPr>
          <a:xfrm>
            <a:off x="4762500" y="1307425"/>
            <a:ext cx="5868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9" name="Google Shape;629;p57"/>
          <p:cNvSpPr txBox="1"/>
          <p:nvPr>
            <p:ph idx="4" type="subTitle"/>
          </p:nvPr>
        </p:nvSpPr>
        <p:spPr>
          <a:xfrm>
            <a:off x="4762500" y="3846775"/>
            <a:ext cx="5868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0" name="Google Shape;630;p57"/>
          <p:cNvSpPr txBox="1"/>
          <p:nvPr>
            <p:ph idx="5" type="body"/>
          </p:nvPr>
        </p:nvSpPr>
        <p:spPr>
          <a:xfrm>
            <a:off x="5922019" y="223650"/>
            <a:ext cx="29223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1" name="Google Shape;631;p57"/>
          <p:cNvSpPr txBox="1"/>
          <p:nvPr>
            <p:ph idx="6" type="body"/>
          </p:nvPr>
        </p:nvSpPr>
        <p:spPr>
          <a:xfrm>
            <a:off x="5922019" y="1307400"/>
            <a:ext cx="29223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2" name="Google Shape;632;p57"/>
          <p:cNvSpPr txBox="1"/>
          <p:nvPr>
            <p:ph idx="7" type="body"/>
          </p:nvPr>
        </p:nvSpPr>
        <p:spPr>
          <a:xfrm>
            <a:off x="5922019" y="3846775"/>
            <a:ext cx="29223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3" name="Google Shape;633;p5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s">
  <p:cSld name="CUSTOM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8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821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8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7" name="Google Shape;637;p5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8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9" name="Google Shape;639;p58"/>
          <p:cNvSpPr txBox="1"/>
          <p:nvPr>
            <p:ph type="title"/>
          </p:nvPr>
        </p:nvSpPr>
        <p:spPr>
          <a:xfrm>
            <a:off x="342900" y="269025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58"/>
          <p:cNvSpPr txBox="1"/>
          <p:nvPr>
            <p:ph idx="3" type="body"/>
          </p:nvPr>
        </p:nvSpPr>
        <p:spPr>
          <a:xfrm>
            <a:off x="3920125" y="269025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1" name="Google Shape;641;p58"/>
          <p:cNvSpPr/>
          <p:nvPr>
            <p:ph idx="4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2" name="Google Shape;642;p58"/>
          <p:cNvSpPr/>
          <p:nvPr>
            <p:ph idx="5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3" name="Google Shape;643;p58"/>
          <p:cNvSpPr/>
          <p:nvPr>
            <p:ph idx="6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4" name="Google Shape;644;p5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Info">
  <p:cSld name="CUSTOM_1_1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9"/>
          <p:cNvSpPr/>
          <p:nvPr/>
        </p:nvSpPr>
        <p:spPr>
          <a:xfrm>
            <a:off x="228600" y="223675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7" name="Google Shape;647;p59"/>
          <p:cNvSpPr/>
          <p:nvPr/>
        </p:nvSpPr>
        <p:spPr>
          <a:xfrm>
            <a:off x="228625" y="3466850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9"/>
          <p:cNvSpPr txBox="1"/>
          <p:nvPr>
            <p:ph type="title"/>
          </p:nvPr>
        </p:nvSpPr>
        <p:spPr>
          <a:xfrm>
            <a:off x="342900" y="3512250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59"/>
          <p:cNvSpPr txBox="1"/>
          <p:nvPr>
            <p:ph idx="1" type="body"/>
          </p:nvPr>
        </p:nvSpPr>
        <p:spPr>
          <a:xfrm>
            <a:off x="3920125" y="3512250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0" name="Google Shape;650;p59"/>
          <p:cNvSpPr/>
          <p:nvPr/>
        </p:nvSpPr>
        <p:spPr>
          <a:xfrm>
            <a:off x="3203200" y="223675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1" name="Google Shape;651;p59"/>
          <p:cNvSpPr/>
          <p:nvPr/>
        </p:nvSpPr>
        <p:spPr>
          <a:xfrm>
            <a:off x="6057900" y="223675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2" name="Google Shape;652;p59"/>
          <p:cNvSpPr txBox="1"/>
          <p:nvPr>
            <p:ph idx="2" type="body"/>
          </p:nvPr>
        </p:nvSpPr>
        <p:spPr>
          <a:xfrm>
            <a:off x="22855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3" name="Google Shape;653;p59"/>
          <p:cNvSpPr txBox="1"/>
          <p:nvPr>
            <p:ph idx="3" type="body"/>
          </p:nvPr>
        </p:nvSpPr>
        <p:spPr>
          <a:xfrm>
            <a:off x="3205675" y="1647025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4" name="Google Shape;654;p59"/>
          <p:cNvSpPr txBox="1"/>
          <p:nvPr>
            <p:ph idx="4" type="body"/>
          </p:nvPr>
        </p:nvSpPr>
        <p:spPr>
          <a:xfrm>
            <a:off x="605250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59"/>
          <p:cNvSpPr txBox="1"/>
          <p:nvPr>
            <p:ph idx="5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59"/>
          <p:cNvSpPr txBox="1"/>
          <p:nvPr>
            <p:ph idx="6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7" name="Google Shape;657;p59"/>
          <p:cNvSpPr txBox="1"/>
          <p:nvPr>
            <p:ph idx="7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8" name="Google Shape;658;p5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9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0" name="Google Shape;660;p5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">
  <p:cSld name="CUSTOM_1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0"/>
          <p:cNvSpPr/>
          <p:nvPr/>
        </p:nvSpPr>
        <p:spPr>
          <a:xfrm>
            <a:off x="219700" y="1502438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3" name="Google Shape;663;p60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60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60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6" name="Google Shape;666;p60"/>
          <p:cNvSpPr/>
          <p:nvPr/>
        </p:nvSpPr>
        <p:spPr>
          <a:xfrm>
            <a:off x="3194300" y="1502438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7" name="Google Shape;667;p60"/>
          <p:cNvSpPr/>
          <p:nvPr/>
        </p:nvSpPr>
        <p:spPr>
          <a:xfrm>
            <a:off x="6049000" y="1502438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8" name="Google Shape;668;p60"/>
          <p:cNvSpPr txBox="1"/>
          <p:nvPr>
            <p:ph idx="2" type="body"/>
          </p:nvPr>
        </p:nvSpPr>
        <p:spPr>
          <a:xfrm>
            <a:off x="21965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60"/>
          <p:cNvSpPr txBox="1"/>
          <p:nvPr>
            <p:ph idx="3" type="body"/>
          </p:nvPr>
        </p:nvSpPr>
        <p:spPr>
          <a:xfrm>
            <a:off x="3196775" y="2925788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60"/>
          <p:cNvSpPr txBox="1"/>
          <p:nvPr>
            <p:ph idx="4" type="body"/>
          </p:nvPr>
        </p:nvSpPr>
        <p:spPr>
          <a:xfrm>
            <a:off x="604360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60"/>
          <p:cNvSpPr txBox="1"/>
          <p:nvPr>
            <p:ph idx="5" type="subTitle"/>
          </p:nvPr>
        </p:nvSpPr>
        <p:spPr>
          <a:xfrm>
            <a:off x="28300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60"/>
          <p:cNvSpPr txBox="1"/>
          <p:nvPr>
            <p:ph idx="6" type="subTitle"/>
          </p:nvPr>
        </p:nvSpPr>
        <p:spPr>
          <a:xfrm>
            <a:off x="3257646" y="1546063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3" name="Google Shape;673;p60"/>
          <p:cNvSpPr txBox="1"/>
          <p:nvPr>
            <p:ph idx="7" type="subTitle"/>
          </p:nvPr>
        </p:nvSpPr>
        <p:spPr>
          <a:xfrm>
            <a:off x="611835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4" name="Google Shape;674;p60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0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p60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nalysis">
  <p:cSld name="CUSTOM_1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1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1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61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1" name="Google Shape;681;p61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1"/>
          <p:cNvSpPr txBox="1"/>
          <p:nvPr>
            <p:ph idx="2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3" name="Google Shape;683;p6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ing plan">
  <p:cSld name="CUSTOM_14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2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62"/>
          <p:cNvSpPr txBox="1"/>
          <p:nvPr>
            <p:ph type="title"/>
          </p:nvPr>
        </p:nvSpPr>
        <p:spPr>
          <a:xfrm>
            <a:off x="228600" y="223625"/>
            <a:ext cx="7978500" cy="3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62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1">
    <p:bg>
      <p:bgPr>
        <a:solidFill>
          <a:schemeClr val="accent1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3"/>
          <p:cNvSpPr/>
          <p:nvPr/>
        </p:nvSpPr>
        <p:spPr>
          <a:xfrm>
            <a:off x="228600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63"/>
          <p:cNvSpPr txBox="1"/>
          <p:nvPr>
            <p:ph type="title"/>
          </p:nvPr>
        </p:nvSpPr>
        <p:spPr>
          <a:xfrm>
            <a:off x="342900" y="269025"/>
            <a:ext cx="4141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2" name="Google Shape;692;p63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3" name="Google Shape;693;p63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3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chivo"/>
              <a:buNone/>
              <a:defRPr b="0" sz="8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63"/>
          <p:cNvSpPr/>
          <p:nvPr>
            <p:ph idx="3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6" name="Google Shape;696;p63"/>
          <p:cNvSpPr/>
          <p:nvPr>
            <p:ph idx="4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7" name="Google Shape;697;p63"/>
          <p:cNvSpPr/>
          <p:nvPr>
            <p:ph idx="5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8" name="Google Shape;698;p63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2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4"/>
          <p:cNvSpPr/>
          <p:nvPr/>
        </p:nvSpPr>
        <p:spPr>
          <a:xfrm>
            <a:off x="228600" y="3378300"/>
            <a:ext cx="5000700" cy="12687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64"/>
          <p:cNvSpPr/>
          <p:nvPr/>
        </p:nvSpPr>
        <p:spPr>
          <a:xfrm>
            <a:off x="228600" y="223625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64"/>
          <p:cNvSpPr/>
          <p:nvPr>
            <p:ph idx="2" type="pic"/>
          </p:nvPr>
        </p:nvSpPr>
        <p:spPr>
          <a:xfrm>
            <a:off x="5349150" y="223625"/>
            <a:ext cx="3566400" cy="442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3" name="Google Shape;703;p6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64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5" name="Google Shape;705;p64"/>
          <p:cNvSpPr/>
          <p:nvPr/>
        </p:nvSpPr>
        <p:spPr>
          <a:xfrm>
            <a:off x="228600" y="1275183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4"/>
          <p:cNvSpPr/>
          <p:nvPr/>
        </p:nvSpPr>
        <p:spPr>
          <a:xfrm>
            <a:off x="228600" y="2326742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64"/>
          <p:cNvSpPr txBox="1"/>
          <p:nvPr>
            <p:ph idx="3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8" name="Google Shape;708;p64"/>
          <p:cNvSpPr txBox="1"/>
          <p:nvPr>
            <p:ph idx="4" type="body"/>
          </p:nvPr>
        </p:nvSpPr>
        <p:spPr>
          <a:xfrm>
            <a:off x="2491100" y="223625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9" name="Google Shape;709;p64"/>
          <p:cNvSpPr txBox="1"/>
          <p:nvPr>
            <p:ph idx="5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64"/>
          <p:cNvSpPr txBox="1"/>
          <p:nvPr>
            <p:ph idx="6" type="body"/>
          </p:nvPr>
        </p:nvSpPr>
        <p:spPr>
          <a:xfrm>
            <a:off x="2491150" y="1275188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64"/>
          <p:cNvSpPr txBox="1"/>
          <p:nvPr>
            <p:ph idx="7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4"/>
          <p:cNvSpPr txBox="1"/>
          <p:nvPr>
            <p:ph idx="8" type="body"/>
          </p:nvPr>
        </p:nvSpPr>
        <p:spPr>
          <a:xfrm>
            <a:off x="2491150" y="2326750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3" name="Google Shape;713;p6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4" name="Google Shape;714;p64"/>
          <p:cNvSpPr txBox="1"/>
          <p:nvPr>
            <p:ph type="title"/>
          </p:nvPr>
        </p:nvSpPr>
        <p:spPr>
          <a:xfrm>
            <a:off x="342900" y="3423725"/>
            <a:ext cx="34572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eration slide">
  <p:cSld name="CUSTOM_12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"/>
          <p:cNvSpPr/>
          <p:nvPr/>
        </p:nvSpPr>
        <p:spPr>
          <a:xfrm>
            <a:off x="228600" y="3378300"/>
            <a:ext cx="8686800" cy="12453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5"/>
          <p:cNvSpPr/>
          <p:nvPr/>
        </p:nvSpPr>
        <p:spPr>
          <a:xfrm>
            <a:off x="228600" y="223625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5"/>
          <p:cNvSpPr/>
          <p:nvPr/>
        </p:nvSpPr>
        <p:spPr>
          <a:xfrm>
            <a:off x="228600" y="1275183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5"/>
          <p:cNvSpPr/>
          <p:nvPr/>
        </p:nvSpPr>
        <p:spPr>
          <a:xfrm>
            <a:off x="228600" y="2326742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65"/>
          <p:cNvSpPr txBox="1"/>
          <p:nvPr>
            <p:ph type="title"/>
          </p:nvPr>
        </p:nvSpPr>
        <p:spPr>
          <a:xfrm>
            <a:off x="345750" y="3423713"/>
            <a:ext cx="41688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1" name="Google Shape;721;p65"/>
          <p:cNvSpPr txBox="1"/>
          <p:nvPr>
            <p:ph idx="1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2" name="Google Shape;722;p65"/>
          <p:cNvSpPr txBox="1"/>
          <p:nvPr>
            <p:ph idx="2" type="body"/>
          </p:nvPr>
        </p:nvSpPr>
        <p:spPr>
          <a:xfrm>
            <a:off x="2167777" y="223625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3" name="Google Shape;723;p65"/>
          <p:cNvSpPr txBox="1"/>
          <p:nvPr>
            <p:ph idx="3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65"/>
          <p:cNvSpPr txBox="1"/>
          <p:nvPr>
            <p:ph idx="4" type="body"/>
          </p:nvPr>
        </p:nvSpPr>
        <p:spPr>
          <a:xfrm>
            <a:off x="2167820" y="127518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5" name="Google Shape;725;p65"/>
          <p:cNvSpPr txBox="1"/>
          <p:nvPr>
            <p:ph idx="5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65"/>
          <p:cNvSpPr txBox="1"/>
          <p:nvPr>
            <p:ph idx="6" type="body"/>
          </p:nvPr>
        </p:nvSpPr>
        <p:spPr>
          <a:xfrm>
            <a:off x="2167820" y="232675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7" name="Google Shape;727;p6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65"/>
          <p:cNvSpPr txBox="1"/>
          <p:nvPr>
            <p:ph idx="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65"/>
          <p:cNvSpPr/>
          <p:nvPr/>
        </p:nvSpPr>
        <p:spPr>
          <a:xfrm>
            <a:off x="4635138" y="223638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5"/>
          <p:cNvSpPr/>
          <p:nvPr/>
        </p:nvSpPr>
        <p:spPr>
          <a:xfrm>
            <a:off x="4635138" y="1275196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5"/>
          <p:cNvSpPr/>
          <p:nvPr/>
        </p:nvSpPr>
        <p:spPr>
          <a:xfrm>
            <a:off x="4635138" y="2326754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5"/>
          <p:cNvSpPr txBox="1"/>
          <p:nvPr>
            <p:ph idx="8" type="subTitle"/>
          </p:nvPr>
        </p:nvSpPr>
        <p:spPr>
          <a:xfrm>
            <a:off x="4749850" y="223650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9" type="body"/>
          </p:nvPr>
        </p:nvSpPr>
        <p:spPr>
          <a:xfrm>
            <a:off x="6574314" y="22363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4" name="Google Shape;734;p65"/>
          <p:cNvSpPr txBox="1"/>
          <p:nvPr>
            <p:ph idx="13" type="subTitle"/>
          </p:nvPr>
        </p:nvSpPr>
        <p:spPr>
          <a:xfrm>
            <a:off x="4749894" y="1275213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5" name="Google Shape;735;p65"/>
          <p:cNvSpPr txBox="1"/>
          <p:nvPr>
            <p:ph idx="14" type="body"/>
          </p:nvPr>
        </p:nvSpPr>
        <p:spPr>
          <a:xfrm>
            <a:off x="6574357" y="127520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6" name="Google Shape;736;p65"/>
          <p:cNvSpPr txBox="1"/>
          <p:nvPr>
            <p:ph idx="15" type="subTitle"/>
          </p:nvPr>
        </p:nvSpPr>
        <p:spPr>
          <a:xfrm>
            <a:off x="4749894" y="2326775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7" name="Google Shape;737;p65"/>
          <p:cNvSpPr txBox="1"/>
          <p:nvPr>
            <p:ph idx="16" type="body"/>
          </p:nvPr>
        </p:nvSpPr>
        <p:spPr>
          <a:xfrm>
            <a:off x="6574357" y="2326763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8" name="Google Shape;738;p65"/>
          <p:cNvSpPr txBox="1"/>
          <p:nvPr>
            <p:ph idx="17" type="body"/>
          </p:nvPr>
        </p:nvSpPr>
        <p:spPr>
          <a:xfrm>
            <a:off x="4634650" y="3423725"/>
            <a:ext cx="34521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9" name="Google Shape;739;p6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">
  <p:cSld name="CUSTOM_4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6"/>
          <p:cNvSpPr txBox="1"/>
          <p:nvPr>
            <p:ph type="title"/>
          </p:nvPr>
        </p:nvSpPr>
        <p:spPr>
          <a:xfrm>
            <a:off x="228600" y="223625"/>
            <a:ext cx="35715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6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66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6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3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7"/>
          <p:cNvSpPr/>
          <p:nvPr/>
        </p:nvSpPr>
        <p:spPr>
          <a:xfrm>
            <a:off x="228600" y="223625"/>
            <a:ext cx="4286100" cy="161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67"/>
          <p:cNvSpPr/>
          <p:nvPr/>
        </p:nvSpPr>
        <p:spPr>
          <a:xfrm>
            <a:off x="228600" y="2007883"/>
            <a:ext cx="4286100" cy="26391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7"/>
          <p:cNvSpPr/>
          <p:nvPr/>
        </p:nvSpPr>
        <p:spPr>
          <a:xfrm>
            <a:off x="4635150" y="223620"/>
            <a:ext cx="4286100" cy="44235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67"/>
          <p:cNvSpPr txBox="1"/>
          <p:nvPr>
            <p:ph type="title"/>
          </p:nvPr>
        </p:nvSpPr>
        <p:spPr>
          <a:xfrm>
            <a:off x="486900" y="313025"/>
            <a:ext cx="37686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67"/>
          <p:cNvSpPr txBox="1"/>
          <p:nvPr>
            <p:ph idx="1" type="subTitle"/>
          </p:nvPr>
        </p:nvSpPr>
        <p:spPr>
          <a:xfrm>
            <a:off x="300250" y="2184550"/>
            <a:ext cx="3609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1" name="Google Shape;751;p67"/>
          <p:cNvSpPr txBox="1"/>
          <p:nvPr>
            <p:ph idx="2" type="body"/>
          </p:nvPr>
        </p:nvSpPr>
        <p:spPr>
          <a:xfrm>
            <a:off x="342625" y="2878200"/>
            <a:ext cx="4005600" cy="16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7"/>
          <p:cNvSpPr txBox="1"/>
          <p:nvPr>
            <p:ph idx="3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4" name="Google Shape;754;p6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CUSTOM_5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8"/>
          <p:cNvSpPr/>
          <p:nvPr/>
        </p:nvSpPr>
        <p:spPr>
          <a:xfrm>
            <a:off x="228600" y="223625"/>
            <a:ext cx="2817000" cy="3238500"/>
          </a:xfrm>
          <a:prstGeom prst="roundRect">
            <a:avLst>
              <a:gd fmla="val 673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68"/>
          <p:cNvSpPr txBox="1"/>
          <p:nvPr>
            <p:ph type="title"/>
          </p:nvPr>
        </p:nvSpPr>
        <p:spPr>
          <a:xfrm>
            <a:off x="297725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8" name="Google Shape;758;p68"/>
          <p:cNvSpPr txBox="1"/>
          <p:nvPr>
            <p:ph idx="1" type="subTitle"/>
          </p:nvPr>
        </p:nvSpPr>
        <p:spPr>
          <a:xfrm>
            <a:off x="286975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9" name="Google Shape;759;p68"/>
          <p:cNvSpPr txBox="1"/>
          <p:nvPr>
            <p:ph idx="2" type="body"/>
          </p:nvPr>
        </p:nvSpPr>
        <p:spPr>
          <a:xfrm>
            <a:off x="297713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8"/>
          <p:cNvSpPr/>
          <p:nvPr/>
        </p:nvSpPr>
        <p:spPr>
          <a:xfrm>
            <a:off x="3163566" y="1408550"/>
            <a:ext cx="2817000" cy="3238500"/>
          </a:xfrm>
          <a:prstGeom prst="roundRect">
            <a:avLst>
              <a:gd fmla="val 68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8"/>
          <p:cNvSpPr txBox="1"/>
          <p:nvPr>
            <p:ph idx="3" type="title"/>
          </p:nvPr>
        </p:nvSpPr>
        <p:spPr>
          <a:xfrm>
            <a:off x="3232700" y="1526050"/>
            <a:ext cx="21756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2" name="Google Shape;762;p68"/>
          <p:cNvSpPr txBox="1"/>
          <p:nvPr>
            <p:ph idx="4" type="subTitle"/>
          </p:nvPr>
        </p:nvSpPr>
        <p:spPr>
          <a:xfrm>
            <a:off x="3221925" y="3018275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3" name="Google Shape;763;p68"/>
          <p:cNvSpPr txBox="1"/>
          <p:nvPr>
            <p:ph idx="5" type="body"/>
          </p:nvPr>
        </p:nvSpPr>
        <p:spPr>
          <a:xfrm>
            <a:off x="3232678" y="3359100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4" name="Google Shape;764;p68"/>
          <p:cNvSpPr/>
          <p:nvPr/>
        </p:nvSpPr>
        <p:spPr>
          <a:xfrm>
            <a:off x="6098531" y="223625"/>
            <a:ext cx="2817000" cy="3238500"/>
          </a:xfrm>
          <a:prstGeom prst="roundRect">
            <a:avLst>
              <a:gd fmla="val 824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68"/>
          <p:cNvSpPr txBox="1"/>
          <p:nvPr>
            <p:ph idx="6" type="title"/>
          </p:nvPr>
        </p:nvSpPr>
        <p:spPr>
          <a:xfrm>
            <a:off x="6167650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6" name="Google Shape;766;p68"/>
          <p:cNvSpPr txBox="1"/>
          <p:nvPr>
            <p:ph idx="7" type="subTitle"/>
          </p:nvPr>
        </p:nvSpPr>
        <p:spPr>
          <a:xfrm>
            <a:off x="6156900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7" name="Google Shape;767;p68"/>
          <p:cNvSpPr txBox="1"/>
          <p:nvPr>
            <p:ph idx="8" type="body"/>
          </p:nvPr>
        </p:nvSpPr>
        <p:spPr>
          <a:xfrm>
            <a:off x="6167644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8"/>
          <p:cNvSpPr txBox="1"/>
          <p:nvPr>
            <p:ph idx="9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0" name="Google Shape;770;p68"/>
          <p:cNvSpPr/>
          <p:nvPr/>
        </p:nvSpPr>
        <p:spPr>
          <a:xfrm>
            <a:off x="176700" y="3614750"/>
            <a:ext cx="2868900" cy="1032300"/>
          </a:xfrm>
          <a:prstGeom prst="roundRect">
            <a:avLst>
              <a:gd fmla="val 1789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8"/>
          <p:cNvSpPr/>
          <p:nvPr/>
        </p:nvSpPr>
        <p:spPr>
          <a:xfrm>
            <a:off x="3163575" y="223625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8"/>
          <p:cNvSpPr/>
          <p:nvPr/>
        </p:nvSpPr>
        <p:spPr>
          <a:xfrm>
            <a:off x="6098550" y="3614750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8"/>
          <p:cNvSpPr txBox="1"/>
          <p:nvPr>
            <p:ph idx="13" type="title"/>
          </p:nvPr>
        </p:nvSpPr>
        <p:spPr>
          <a:xfrm>
            <a:off x="336850" y="37519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8"/>
          <p:cNvSpPr txBox="1"/>
          <p:nvPr>
            <p:ph idx="14" type="title"/>
          </p:nvPr>
        </p:nvSpPr>
        <p:spPr>
          <a:xfrm>
            <a:off x="3363725" y="3398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68"/>
          <p:cNvSpPr txBox="1"/>
          <p:nvPr>
            <p:ph idx="15" type="title"/>
          </p:nvPr>
        </p:nvSpPr>
        <p:spPr>
          <a:xfrm>
            <a:off x="6098100" y="3751925"/>
            <a:ext cx="28170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None/>
              <a:defRPr sz="9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7" name="Google Shape;777;p68"/>
          <p:cNvSpPr txBox="1"/>
          <p:nvPr/>
        </p:nvSpPr>
        <p:spPr>
          <a:xfrm>
            <a:off x="-2481308" y="1833350"/>
            <a:ext cx="2658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100K</a:t>
            </a:r>
            <a:endParaRPr b="1" sz="18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">
  <p:cSld name="CUSTOM_10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/>
          <p:nvPr>
            <p:ph idx="2" type="pic"/>
          </p:nvPr>
        </p:nvSpPr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0" name="Google Shape;780;p6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9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228600" y="1917525"/>
            <a:ext cx="8686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783" name="Google Shape;783;p69"/>
          <p:cNvSpPr txBox="1"/>
          <p:nvPr>
            <p:ph idx="3" type="body"/>
          </p:nvPr>
        </p:nvSpPr>
        <p:spPr>
          <a:xfrm>
            <a:off x="5349150" y="248725"/>
            <a:ext cx="34527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4" name="Google Shape;784;p6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MAIN_POIN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0"/>
          <p:cNvSpPr/>
          <p:nvPr>
            <p:ph idx="2" type="pic"/>
          </p:nvPr>
        </p:nvSpPr>
        <p:spPr>
          <a:xfrm>
            <a:off x="228600" y="223625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7" name="Google Shape;787;p70"/>
          <p:cNvSpPr txBox="1"/>
          <p:nvPr>
            <p:ph type="title"/>
          </p:nvPr>
        </p:nvSpPr>
        <p:spPr>
          <a:xfrm>
            <a:off x="2491100" y="1960225"/>
            <a:ext cx="65385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228600" y="1705850"/>
            <a:ext cx="2262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USTOM_6">
    <p:bg>
      <p:bgPr>
        <a:solidFill>
          <a:schemeClr val="accent1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1"/>
          <p:cNvSpPr txBox="1"/>
          <p:nvPr>
            <p:ph type="title"/>
          </p:nvPr>
        </p:nvSpPr>
        <p:spPr>
          <a:xfrm>
            <a:off x="342900" y="223625"/>
            <a:ext cx="8525100" cy="18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7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1">
  <p:cSld name="CUSTOM_7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793" name="Google Shape;793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119" y="760213"/>
            <a:ext cx="2045398" cy="3618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mock of a tablet computer." id="794" name="Google Shape;794;p72"/>
          <p:cNvPicPr preferRelativeResize="0"/>
          <p:nvPr/>
        </p:nvPicPr>
        <p:blipFill rotWithShape="1">
          <a:blip r:embed="rId3">
            <a:alphaModFix/>
          </a:blip>
          <a:srcRect b="0" l="4471" r="4462" t="0"/>
          <a:stretch/>
        </p:blipFill>
        <p:spPr>
          <a:xfrm>
            <a:off x="3469416" y="760225"/>
            <a:ext cx="5023764" cy="3623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72"/>
          <p:cNvSpPr/>
          <p:nvPr>
            <p:ph idx="2" type="pic"/>
          </p:nvPr>
        </p:nvSpPr>
        <p:spPr>
          <a:xfrm>
            <a:off x="993900" y="844150"/>
            <a:ext cx="1614300" cy="3417000"/>
          </a:xfrm>
          <a:prstGeom prst="roundRect">
            <a:avLst>
              <a:gd fmla="val 12259" name="adj"/>
            </a:avLst>
          </a:prstGeom>
          <a:noFill/>
          <a:ln>
            <a:noFill/>
          </a:ln>
        </p:spPr>
      </p:sp>
      <p:sp>
        <p:nvSpPr>
          <p:cNvPr id="796" name="Google Shape;796;p72"/>
          <p:cNvSpPr/>
          <p:nvPr>
            <p:ph idx="3" type="pic"/>
          </p:nvPr>
        </p:nvSpPr>
        <p:spPr>
          <a:xfrm>
            <a:off x="3568350" y="844150"/>
            <a:ext cx="4812300" cy="3417000"/>
          </a:xfrm>
          <a:prstGeom prst="roundRect">
            <a:avLst>
              <a:gd fmla="val 488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2">
  <p:cSld name="CUSTOM_8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798" name="Google Shape;798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50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/>
          <p:nvPr>
            <p:ph idx="2" type="pic"/>
          </p:nvPr>
        </p:nvSpPr>
        <p:spPr>
          <a:xfrm>
            <a:off x="8689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800" name="Google Shape;800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26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/>
          <p:nvPr>
            <p:ph idx="3" type="pic"/>
          </p:nvPr>
        </p:nvSpPr>
        <p:spPr>
          <a:xfrm>
            <a:off x="36265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802" name="Google Shape;802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102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/>
          <p:nvPr>
            <p:ph idx="4" type="pic"/>
          </p:nvPr>
        </p:nvSpPr>
        <p:spPr>
          <a:xfrm>
            <a:off x="63841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3">
  <p:cSld name="CUSTOM_9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desktop computer." id="805" name="Google Shape;805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4249" y="304725"/>
            <a:ext cx="5395502" cy="4534052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4"/>
          <p:cNvSpPr/>
          <p:nvPr>
            <p:ph idx="2" type="pic"/>
          </p:nvPr>
        </p:nvSpPr>
        <p:spPr>
          <a:xfrm>
            <a:off x="1956925" y="389550"/>
            <a:ext cx="5231400" cy="2956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9" name="Google Shape;809;p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0" name="Google Shape;81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3" name="Google Shape;81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6" name="Google Shape;816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7" name="Google Shape;81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7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1" name="Google Shape;821;p7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2" name="Google Shape;82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8" name="Google Shape;828;p8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9" name="Google Shape;829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2" name="Google Shape;83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6" name="Google Shape;836;p8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7" name="Google Shape;837;p8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Archivo"/>
                <a:ea typeface="Archivo"/>
                <a:cs typeface="Archivo"/>
                <a:sym typeface="Archivo"/>
              </a:defRPr>
            </a:lvl1pPr>
            <a:lvl2pPr lvl="1"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41" name="Google Shape;841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8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4" name="Google Shape;844;p8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5" name="Google Shape;845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" name="Google Shape;850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1" name="Google Shape;851;p8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2" name="Google Shape;852;p8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3" name="Google Shape;853;p8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4" name="Google Shape;854;p8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5" name="Google Shape;855;p8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6" name="Google Shape;856;p8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9" name="Google Shape;859;p8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0" name="Google Shape;860;p8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861" name="Google Shape;861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4" name="Google Shape;864;p8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5" name="Google Shape;865;p8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6" name="Google Shape;866;p8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7" name="Google Shape;867;p8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8" name="Google Shape;868;p8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8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2" name="Google Shape;872;p8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3" name="Google Shape;873;p8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4" name="Google Shape;874;p8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5" name="Google Shape;875;p8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6" name="Google Shape;876;p8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7" name="Google Shape;877;p8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0" name="Google Shape;880;p9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1" name="Google Shape;881;p9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2" name="Google Shape;882;p9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3" name="Google Shape;883;p9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4" name="Google Shape;884;p9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5" name="Google Shape;885;p9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6" name="Google Shape;886;p9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7" name="Google Shape;887;p9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8" name="Google Shape;888;p9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1" name="Google Shape;891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2" name="Google Shape;892;p9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5" name="Google Shape;895;p9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96" name="Google Shape;896;p9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97" name="Google Shape;897;p9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8" name="Google Shape;898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9" name="Google Shape;899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9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9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9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4" name="Google Shape;904;p9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5" name="Google Shape;905;p9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6" name="Google Shape;906;p9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7" name="Google Shape;907;p9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9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9" name="Google Shape;909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" name="Google Shape;910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9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2" name="Google Shape;912;p9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9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9" name="Google Shape;919;p9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9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9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9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9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9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9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p9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9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9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3325"/>
            <a:ext cx="85206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Familjen Grotesk"/>
              <a:buNone/>
              <a:defRPr sz="72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lvl="1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lvl="2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lvl="3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lvl="4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lvl="5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lvl="6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lvl="7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lvl="8">
              <a:buNone/>
              <a:defRPr sz="900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3033075"/>
            <a:ext cx="85206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●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○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Spectral"/>
              <a:buChar char="■"/>
              <a:defRPr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1"/>
          <p:cNvSpPr txBox="1"/>
          <p:nvPr>
            <p:ph type="title"/>
          </p:nvPr>
        </p:nvSpPr>
        <p:spPr>
          <a:xfrm>
            <a:off x="342900" y="223625"/>
            <a:ext cx="57150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b="1" sz="4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573" name="Google Shape;573;p51"/>
          <p:cNvSpPr txBox="1"/>
          <p:nvPr>
            <p:ph idx="1" type="body"/>
          </p:nvPr>
        </p:nvSpPr>
        <p:spPr>
          <a:xfrm>
            <a:off x="230900" y="3328825"/>
            <a:ext cx="65472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orient="horz" pos="3099">
          <p15:clr>
            <a:srgbClr val="E46962"/>
          </p15:clr>
        </p15:guide>
        <p15:guide id="4" pos="216">
          <p15:clr>
            <a:srgbClr val="E46962"/>
          </p15:clr>
        </p15:guide>
        <p15:guide id="5" pos="593">
          <p15:clr>
            <a:srgbClr val="E46962"/>
          </p15:clr>
        </p15:guide>
        <p15:guide id="6" pos="669">
          <p15:clr>
            <a:srgbClr val="E46962"/>
          </p15:clr>
        </p15:guide>
        <p15:guide id="7" pos="1044">
          <p15:clr>
            <a:srgbClr val="E46962"/>
          </p15:clr>
        </p15:guide>
        <p15:guide id="8" pos="1119">
          <p15:clr>
            <a:srgbClr val="E46962"/>
          </p15:clr>
        </p15:guide>
        <p15:guide id="9" pos="1494">
          <p15:clr>
            <a:srgbClr val="E46962"/>
          </p15:clr>
        </p15:guide>
        <p15:guide id="10" pos="1569">
          <p15:clr>
            <a:srgbClr val="E46962"/>
          </p15:clr>
        </p15:guide>
        <p15:guide id="11" pos="1944">
          <p15:clr>
            <a:srgbClr val="E46962"/>
          </p15:clr>
        </p15:guide>
        <p15:guide id="12" pos="2019">
          <p15:clr>
            <a:srgbClr val="E46962"/>
          </p15:clr>
        </p15:guide>
        <p15:guide id="13" pos="2394">
          <p15:clr>
            <a:srgbClr val="E46962"/>
          </p15:clr>
        </p15:guide>
        <p15:guide id="14" pos="2469">
          <p15:clr>
            <a:srgbClr val="E46962"/>
          </p15:clr>
        </p15:guide>
        <p15:guide id="15" pos="2844">
          <p15:clr>
            <a:srgbClr val="E46962"/>
          </p15:clr>
        </p15:guide>
        <p15:guide id="16" pos="2919">
          <p15:clr>
            <a:srgbClr val="E46962"/>
          </p15:clr>
        </p15:guide>
        <p15:guide id="17" pos="3294">
          <p15:clr>
            <a:srgbClr val="E46962"/>
          </p15:clr>
        </p15:guide>
        <p15:guide id="18" pos="3370">
          <p15:clr>
            <a:srgbClr val="E46962"/>
          </p15:clr>
        </p15:guide>
        <p15:guide id="19" pos="3744">
          <p15:clr>
            <a:srgbClr val="E46962"/>
          </p15:clr>
        </p15:guide>
        <p15:guide id="20" pos="3816">
          <p15:clr>
            <a:srgbClr val="E46962"/>
          </p15:clr>
        </p15:guide>
        <p15:guide id="21" pos="4194">
          <p15:clr>
            <a:srgbClr val="E46962"/>
          </p15:clr>
        </p15:guide>
        <p15:guide id="22" pos="4270">
          <p15:clr>
            <a:srgbClr val="E46962"/>
          </p15:clr>
        </p15:guide>
        <p15:guide id="23" pos="4644">
          <p15:clr>
            <a:srgbClr val="E46962"/>
          </p15:clr>
        </p15:guide>
        <p15:guide id="24" pos="4720">
          <p15:clr>
            <a:srgbClr val="E46962"/>
          </p15:clr>
        </p15:guide>
        <p15:guide id="25" pos="5094">
          <p15:clr>
            <a:srgbClr val="E46962"/>
          </p15:clr>
        </p15:guide>
        <p15:guide id="26" pos="5170">
          <p15:clr>
            <a:srgbClr val="E46962"/>
          </p15:clr>
        </p15:guide>
        <p15:guide id="27" pos="5544">
          <p15:clr>
            <a:srgbClr val="E46962"/>
          </p15:clr>
        </p15:guide>
        <p15:guide id="28" pos="5616">
          <p15:clr>
            <a:srgbClr val="E46962"/>
          </p15:clr>
        </p15:guide>
        <p15:guide id="29" orient="horz" pos="2927">
          <p15:clr>
            <a:srgbClr val="E46962"/>
          </p15:clr>
        </p15:guide>
        <p15:guide id="30" orient="horz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hyperlink" Target="https://data.wa.gov/Transportation/Electric-Vehicle-Population-Data/f6w7-q2d2/about_dat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jpg"/><Relationship Id="rId4" Type="http://schemas.openxmlformats.org/officeDocument/2006/relationships/image" Target="../media/image22.jpg"/><Relationship Id="rId5" Type="http://schemas.openxmlformats.org/officeDocument/2006/relationships/image" Target="../media/image26.jpg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ata.wa.gov/Transportation/Electric-Vehicle-Population-Data/f6w7-q2d2/about_data" TargetMode="External"/><Relationship Id="rId4" Type="http://schemas.openxmlformats.org/officeDocument/2006/relationships/hyperlink" Target="https://gasprices.aaa.com/ev-charging-prices/" TargetMode="External"/><Relationship Id="rId9" Type="http://schemas.openxmlformats.org/officeDocument/2006/relationships/hyperlink" Target="https://hub.arcgis.com/datasets/9010c04bcdf84c36abb74e98778af579_0/explore?filters=eyJmdWVsX3R5cGVfY29kZSI6WyJFTEVDIl0sInN0YXRlIjpbIldBIl19&amp;location=47.050884%2C-120.216262%2C7.37&amp;showTable=true" TargetMode="External"/><Relationship Id="rId5" Type="http://schemas.openxmlformats.org/officeDocument/2006/relationships/hyperlink" Target="https://datausa.io/profile/geo/king-county-wa#housing" TargetMode="External"/><Relationship Id="rId6" Type="http://schemas.openxmlformats.org/officeDocument/2006/relationships/hyperlink" Target="https://qmerit.com/blog/washington-electric-vehicle-and-ev-charging-laws/" TargetMode="External"/><Relationship Id="rId7" Type="http://schemas.openxmlformats.org/officeDocument/2006/relationships/hyperlink" Target="https://spokanetrends.org/newsletter/may22_short3/" TargetMode="External"/><Relationship Id="rId8" Type="http://schemas.openxmlformats.org/officeDocument/2006/relationships/hyperlink" Target="https://ecology.wa.gov/blog/april-2024/a-record-year-for-electric-vehicles-and-plug-in-hybrids-in-washington" TargetMode="External"/><Relationship Id="rId10" Type="http://schemas.openxmlformats.org/officeDocument/2006/relationships/hyperlink" Target="https://ecology.wa.gov/blog/april-2024/a-record-year-for-electric-vehicles-and-plug-in-hybrids-in-washingto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6"/>
          <p:cNvSpPr txBox="1"/>
          <p:nvPr>
            <p:ph type="title"/>
          </p:nvPr>
        </p:nvSpPr>
        <p:spPr>
          <a:xfrm>
            <a:off x="114300" y="92175"/>
            <a:ext cx="89154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4800">
                <a:latin typeface="Archivo ExtraBold"/>
                <a:ea typeface="Archivo ExtraBold"/>
                <a:cs typeface="Archivo ExtraBold"/>
                <a:sym typeface="Archivo ExtraBold"/>
              </a:rPr>
              <a:t>Driving into the Future: Launching The Next EV Dealership</a:t>
            </a:r>
            <a:endParaRPr b="0" sz="173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34" name="Google Shape;934;p96"/>
          <p:cNvSpPr txBox="1"/>
          <p:nvPr>
            <p:ph idx="2" type="title"/>
          </p:nvPr>
        </p:nvSpPr>
        <p:spPr>
          <a:xfrm>
            <a:off x="4637775" y="3555425"/>
            <a:ext cx="4041000" cy="14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9"/>
              <a:t>Presenters:</a:t>
            </a:r>
            <a:endParaRPr sz="2029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Mariely Mena</a:t>
            </a:r>
            <a:endParaRPr sz="1829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Shem Cumberbatch</a:t>
            </a:r>
            <a:endParaRPr sz="1829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Tenzin Nyima</a:t>
            </a:r>
            <a:endParaRPr sz="1829"/>
          </a:p>
          <a:p>
            <a:pPr indent="-34480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Mohammad Mahmud</a:t>
            </a:r>
            <a:endParaRPr sz="1829"/>
          </a:p>
        </p:txBody>
      </p:sp>
      <p:sp>
        <p:nvSpPr>
          <p:cNvPr id="935" name="Google Shape;935;p96"/>
          <p:cNvSpPr txBox="1"/>
          <p:nvPr>
            <p:ph type="title"/>
          </p:nvPr>
        </p:nvSpPr>
        <p:spPr>
          <a:xfrm>
            <a:off x="213356" y="4592400"/>
            <a:ext cx="3658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Washingtonians</a:t>
            </a:r>
            <a:endParaRPr sz="2000"/>
          </a:p>
        </p:txBody>
      </p:sp>
      <p:pic>
        <p:nvPicPr>
          <p:cNvPr descr="an illustration of a blue car with a volkswagen logo on the front (Provided by Tenor)" id="936" name="Google Shape;936;p96"/>
          <p:cNvPicPr preferRelativeResize="0"/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2406265" y="623499"/>
            <a:ext cx="4331450" cy="38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7"/>
          <p:cNvSpPr/>
          <p:nvPr/>
        </p:nvSpPr>
        <p:spPr>
          <a:xfrm>
            <a:off x="228588" y="223625"/>
            <a:ext cx="1572000" cy="516600"/>
          </a:xfrm>
          <a:prstGeom prst="roundRect">
            <a:avLst>
              <a:gd fmla="val 3331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AGENDA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2" name="Google Shape;942;p97"/>
          <p:cNvSpPr/>
          <p:nvPr/>
        </p:nvSpPr>
        <p:spPr>
          <a:xfrm>
            <a:off x="228600" y="898969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01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3" name="Google Shape;943;p97"/>
          <p:cNvSpPr/>
          <p:nvPr/>
        </p:nvSpPr>
        <p:spPr>
          <a:xfrm>
            <a:off x="1929750" y="898975"/>
            <a:ext cx="24753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INTRODUCTION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4" name="Google Shape;944;p97"/>
          <p:cNvSpPr/>
          <p:nvPr/>
        </p:nvSpPr>
        <p:spPr>
          <a:xfrm>
            <a:off x="228588" y="1601344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02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5" name="Google Shape;945;p97"/>
          <p:cNvSpPr/>
          <p:nvPr/>
        </p:nvSpPr>
        <p:spPr>
          <a:xfrm>
            <a:off x="228588" y="2267344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03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6" name="Google Shape;946;p97"/>
          <p:cNvSpPr/>
          <p:nvPr/>
        </p:nvSpPr>
        <p:spPr>
          <a:xfrm>
            <a:off x="228588" y="2933344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04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7" name="Google Shape;947;p97"/>
          <p:cNvSpPr/>
          <p:nvPr/>
        </p:nvSpPr>
        <p:spPr>
          <a:xfrm>
            <a:off x="228588" y="3602407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05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48" name="Google Shape;948;p9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949" name="Google Shape;949;p97"/>
          <p:cNvSpPr/>
          <p:nvPr/>
        </p:nvSpPr>
        <p:spPr>
          <a:xfrm>
            <a:off x="1929750" y="1583175"/>
            <a:ext cx="61575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2000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OBJECTIVE AND KEY FINDINGS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50" name="Google Shape;950;p97"/>
          <p:cNvSpPr/>
          <p:nvPr/>
        </p:nvSpPr>
        <p:spPr>
          <a:xfrm>
            <a:off x="1929750" y="2258275"/>
            <a:ext cx="43449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STATE POLICIES &amp; INCENTIVES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51" name="Google Shape;951;p97"/>
          <p:cNvSpPr/>
          <p:nvPr/>
        </p:nvSpPr>
        <p:spPr>
          <a:xfrm>
            <a:off x="1929750" y="2930350"/>
            <a:ext cx="29010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RECOMMENDATION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52" name="Google Shape;952;p97"/>
          <p:cNvSpPr/>
          <p:nvPr/>
        </p:nvSpPr>
        <p:spPr>
          <a:xfrm>
            <a:off x="1929750" y="3593375"/>
            <a:ext cx="16392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SOURCES</a:t>
            </a:r>
            <a:endParaRPr b="1"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98"/>
          <p:cNvSpPr txBox="1"/>
          <p:nvPr>
            <p:ph idx="1" type="subTitle"/>
          </p:nvPr>
        </p:nvSpPr>
        <p:spPr>
          <a:xfrm>
            <a:off x="351400" y="619225"/>
            <a:ext cx="6018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Introduction: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Welcome to our presentation</a:t>
            </a:r>
            <a:endParaRPr sz="3000"/>
          </a:p>
        </p:txBody>
      </p:sp>
      <p:pic>
        <p:nvPicPr>
          <p:cNvPr descr="Human hand is holding electric car charging connect to electric car (Provided by Getty Images)" id="958" name="Google Shape;958;p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1787" r="29552" t="0"/>
          <a:stretch/>
        </p:blipFill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</p:spPr>
      </p:pic>
      <p:sp>
        <p:nvSpPr>
          <p:cNvPr id="959" name="Google Shape;959;p98"/>
          <p:cNvSpPr txBox="1"/>
          <p:nvPr/>
        </p:nvSpPr>
        <p:spPr>
          <a:xfrm>
            <a:off x="386650" y="1631113"/>
            <a:ext cx="5947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chivo"/>
              <a:buChar char="●"/>
            </a:pPr>
            <a:r>
              <a:rPr b="1"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STAKEHOLDER:</a:t>
            </a:r>
            <a:r>
              <a:rPr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Investor looking to open an electrical vehicle dealership</a:t>
            </a:r>
            <a:endParaRPr sz="1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chivo"/>
              <a:buChar char="●"/>
            </a:pPr>
            <a:r>
              <a:rPr b="1"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OBJECTIVE:</a:t>
            </a:r>
            <a:r>
              <a:rPr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Identifying the ideal county in WA state to open a dealership </a:t>
            </a:r>
            <a:endParaRPr sz="1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chivo"/>
              <a:buChar char="●"/>
            </a:pPr>
            <a:r>
              <a:rPr b="1" lang="en" sz="1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DATASET</a:t>
            </a:r>
            <a:r>
              <a:rPr b="1"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n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Provides data on Battery Electric Vehicles (BEVs) and Plug-In Hybrid Electric Vehicles (PHEVs) currently registered through Washington state Department of Licensing (DOL)</a:t>
            </a:r>
            <a:endParaRPr sz="1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0" name="Google Shape;960;p98"/>
          <p:cNvSpPr txBox="1"/>
          <p:nvPr/>
        </p:nvSpPr>
        <p:spPr>
          <a:xfrm>
            <a:off x="386650" y="4275900"/>
            <a:ext cx="81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"/>
              <a:buFont typeface="Arial"/>
              <a:buNone/>
            </a:pPr>
            <a:r>
              <a:rPr lang="en" sz="5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1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99" title="photo_mariely_men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760" r="5760" t="0"/>
          <a:stretch/>
        </p:blipFill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</p:spPr>
      </p:pic>
      <p:sp>
        <p:nvSpPr>
          <p:cNvPr id="966" name="Google Shape;966;p99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967" name="Google Shape;967;p99"/>
          <p:cNvSpPr txBox="1"/>
          <p:nvPr>
            <p:ph type="title"/>
          </p:nvPr>
        </p:nvSpPr>
        <p:spPr>
          <a:xfrm>
            <a:off x="342900" y="269025"/>
            <a:ext cx="4141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pic>
        <p:nvPicPr>
          <p:cNvPr id="968" name="Google Shape;968;p99" title="photo_Shem_Cumberbatch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838" l="0" r="0" t="5838"/>
          <a:stretch/>
        </p:blipFill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</p:spPr>
      </p:pic>
      <p:pic>
        <p:nvPicPr>
          <p:cNvPr id="969" name="Google Shape;969;p9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88" l="14799" r="20404" t="26373"/>
          <a:stretch/>
        </p:blipFill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</p:spPr>
      </p:pic>
      <p:pic>
        <p:nvPicPr>
          <p:cNvPr id="970" name="Google Shape;970;p9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7576" l="0" r="0" t="7584"/>
          <a:stretch/>
        </p:blipFill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</p:spPr>
      </p:pic>
      <p:sp>
        <p:nvSpPr>
          <p:cNvPr id="971" name="Google Shape;971;p99"/>
          <p:cNvSpPr/>
          <p:nvPr/>
        </p:nvSpPr>
        <p:spPr>
          <a:xfrm>
            <a:off x="228375" y="3510950"/>
            <a:ext cx="2082900" cy="1136100"/>
          </a:xfrm>
          <a:prstGeom prst="roundRect">
            <a:avLst>
              <a:gd fmla="val 29718" name="adj"/>
            </a:avLst>
          </a:prstGeom>
          <a:solidFill>
            <a:schemeClr val="lt1">
              <a:alpha val="702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99"/>
          <p:cNvSpPr/>
          <p:nvPr/>
        </p:nvSpPr>
        <p:spPr>
          <a:xfrm>
            <a:off x="2431150" y="3510950"/>
            <a:ext cx="2082900" cy="1136100"/>
          </a:xfrm>
          <a:prstGeom prst="roundRect">
            <a:avLst>
              <a:gd fmla="val 29718" name="adj"/>
            </a:avLst>
          </a:prstGeom>
          <a:solidFill>
            <a:schemeClr val="lt1">
              <a:alpha val="702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99"/>
          <p:cNvSpPr/>
          <p:nvPr/>
        </p:nvSpPr>
        <p:spPr>
          <a:xfrm>
            <a:off x="4633938" y="3510950"/>
            <a:ext cx="2082900" cy="1136100"/>
          </a:xfrm>
          <a:prstGeom prst="roundRect">
            <a:avLst>
              <a:gd fmla="val 29718" name="adj"/>
            </a:avLst>
          </a:prstGeom>
          <a:solidFill>
            <a:schemeClr val="lt1">
              <a:alpha val="702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99"/>
          <p:cNvSpPr/>
          <p:nvPr/>
        </p:nvSpPr>
        <p:spPr>
          <a:xfrm>
            <a:off x="6836750" y="3510950"/>
            <a:ext cx="2082900" cy="1136100"/>
          </a:xfrm>
          <a:prstGeom prst="roundRect">
            <a:avLst>
              <a:gd fmla="val 29718" name="adj"/>
            </a:avLst>
          </a:prstGeom>
          <a:solidFill>
            <a:schemeClr val="lt1">
              <a:alpha val="702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99"/>
          <p:cNvSpPr txBox="1"/>
          <p:nvPr/>
        </p:nvSpPr>
        <p:spPr>
          <a:xfrm>
            <a:off x="296625" y="3632063"/>
            <a:ext cx="194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Mariely Mena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6" name="Google Shape;976;p99"/>
          <p:cNvSpPr txBox="1"/>
          <p:nvPr/>
        </p:nvSpPr>
        <p:spPr>
          <a:xfrm>
            <a:off x="2505858" y="3632063"/>
            <a:ext cx="194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Shem Cumberbatch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7" name="Google Shape;977;p99"/>
          <p:cNvSpPr txBox="1"/>
          <p:nvPr/>
        </p:nvSpPr>
        <p:spPr>
          <a:xfrm>
            <a:off x="4715092" y="3632063"/>
            <a:ext cx="194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Tenzin Nyima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8" name="Google Shape;978;p99"/>
          <p:cNvSpPr txBox="1"/>
          <p:nvPr/>
        </p:nvSpPr>
        <p:spPr>
          <a:xfrm>
            <a:off x="6924325" y="3632063"/>
            <a:ext cx="194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Mohammad Mahmud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979" name="Google Shape;979;p99"/>
          <p:cNvSpPr txBox="1"/>
          <p:nvPr/>
        </p:nvSpPr>
        <p:spPr>
          <a:xfrm>
            <a:off x="296625" y="4166778"/>
            <a:ext cx="1946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Analyst 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0" name="Google Shape;980;p99"/>
          <p:cNvSpPr txBox="1"/>
          <p:nvPr/>
        </p:nvSpPr>
        <p:spPr>
          <a:xfrm>
            <a:off x="2499400" y="4166778"/>
            <a:ext cx="1946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Analyst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p99"/>
          <p:cNvSpPr txBox="1"/>
          <p:nvPr/>
        </p:nvSpPr>
        <p:spPr>
          <a:xfrm>
            <a:off x="4702200" y="4166778"/>
            <a:ext cx="1946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Analyst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2" name="Google Shape;982;p99"/>
          <p:cNvSpPr txBox="1"/>
          <p:nvPr/>
        </p:nvSpPr>
        <p:spPr>
          <a:xfrm>
            <a:off x="6905000" y="4166778"/>
            <a:ext cx="19464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Analyst 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ectric car ecology energy technology transport (Provided by Getty Images)" id="987" name="Google Shape;987;p1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0547" r="22527" t="0"/>
          <a:stretch/>
        </p:blipFill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</p:spPr>
      </p:pic>
      <p:sp>
        <p:nvSpPr>
          <p:cNvPr id="988" name="Google Shape;988;p100"/>
          <p:cNvSpPr txBox="1"/>
          <p:nvPr>
            <p:ph type="title"/>
          </p:nvPr>
        </p:nvSpPr>
        <p:spPr>
          <a:xfrm>
            <a:off x="409800" y="4144925"/>
            <a:ext cx="732600" cy="77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2</a:t>
            </a:r>
            <a:endParaRPr sz="5000"/>
          </a:p>
        </p:txBody>
      </p:sp>
      <p:sp>
        <p:nvSpPr>
          <p:cNvPr id="989" name="Google Shape;989;p100"/>
          <p:cNvSpPr txBox="1"/>
          <p:nvPr>
            <p:ph idx="1" type="subTitle"/>
          </p:nvPr>
        </p:nvSpPr>
        <p:spPr>
          <a:xfrm>
            <a:off x="351400" y="314425"/>
            <a:ext cx="3018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Objective</a:t>
            </a:r>
            <a:r>
              <a:rPr lang="en" sz="3100"/>
              <a:t>:</a:t>
            </a:r>
            <a:endParaRPr sz="3100"/>
          </a:p>
        </p:txBody>
      </p:sp>
      <p:sp>
        <p:nvSpPr>
          <p:cNvPr id="990" name="Google Shape;990;p100"/>
          <p:cNvSpPr txBox="1"/>
          <p:nvPr/>
        </p:nvSpPr>
        <p:spPr>
          <a:xfrm>
            <a:off x="409800" y="1066375"/>
            <a:ext cx="594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1" name="Google Shape;991;p100"/>
          <p:cNvSpPr txBox="1"/>
          <p:nvPr/>
        </p:nvSpPr>
        <p:spPr>
          <a:xfrm>
            <a:off x="335550" y="2100750"/>
            <a:ext cx="28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Key Findings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2" name="Google Shape;992;p100"/>
          <p:cNvSpPr txBox="1"/>
          <p:nvPr/>
        </p:nvSpPr>
        <p:spPr>
          <a:xfrm>
            <a:off x="409800" y="817525"/>
            <a:ext cx="59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Which county in Washington state is ideal to open an electrical vehicle dealership, </a:t>
            </a:r>
            <a:r>
              <a:rPr lang="en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considering charging station availability and regional trends?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3" name="Google Shape;993;p100"/>
          <p:cNvSpPr txBox="1"/>
          <p:nvPr/>
        </p:nvSpPr>
        <p:spPr>
          <a:xfrm>
            <a:off x="409800" y="2646975"/>
            <a:ext cx="5946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223K+ BEVs and PHEVs registered in WA state (2024)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Top counties: </a:t>
            </a:r>
            <a:r>
              <a:rPr b="1"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King</a:t>
            </a: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Snohomish, and Pierce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Popular Models: </a:t>
            </a:r>
            <a:r>
              <a:rPr b="1"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Tesla Model Y</a:t>
            </a: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lang="en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Tesla Model 3 and Nissan Leaf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01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999" name="Google Shape;999;p101"/>
          <p:cNvSpPr txBox="1"/>
          <p:nvPr>
            <p:ph type="title"/>
          </p:nvPr>
        </p:nvSpPr>
        <p:spPr>
          <a:xfrm>
            <a:off x="291250" y="223625"/>
            <a:ext cx="86868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2700">
                <a:latin typeface="Inter Black"/>
                <a:ea typeface="Inter Black"/>
                <a:cs typeface="Inter Black"/>
                <a:sym typeface="Inter Black"/>
              </a:rPr>
              <a:t>Registered Electric Vehicles in Washington State</a:t>
            </a:r>
            <a:endParaRPr b="0" sz="2700"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0" name="Google Shape;1000;p101" title="Registered vehicle.png"/>
          <p:cNvPicPr preferRelativeResize="0"/>
          <p:nvPr/>
        </p:nvPicPr>
        <p:blipFill rotWithShape="1">
          <a:blip r:embed="rId3">
            <a:alphaModFix/>
          </a:blip>
          <a:srcRect b="8890" l="10348" r="19253" t="12641"/>
          <a:stretch/>
        </p:blipFill>
        <p:spPr>
          <a:xfrm>
            <a:off x="412700" y="1009775"/>
            <a:ext cx="5436851" cy="34742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01" name="Google Shape;1001;p101"/>
          <p:cNvCxnSpPr/>
          <p:nvPr/>
        </p:nvCxnSpPr>
        <p:spPr>
          <a:xfrm>
            <a:off x="1462300" y="2178850"/>
            <a:ext cx="860700" cy="573300"/>
          </a:xfrm>
          <a:prstGeom prst="straightConnector1">
            <a:avLst/>
          </a:prstGeom>
          <a:noFill/>
          <a:ln cap="flat" cmpd="sng" w="38100">
            <a:solidFill>
              <a:srgbClr val="D6282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101"/>
          <p:cNvSpPr txBox="1"/>
          <p:nvPr/>
        </p:nvSpPr>
        <p:spPr>
          <a:xfrm>
            <a:off x="540400" y="1749875"/>
            <a:ext cx="178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6282F"/>
                </a:solidFill>
                <a:latin typeface="Inter"/>
                <a:ea typeface="Inter"/>
                <a:cs typeface="Inter"/>
                <a:sym typeface="Inter"/>
              </a:rPr>
              <a:t>King County</a:t>
            </a:r>
            <a:endParaRPr b="1" sz="1600">
              <a:solidFill>
                <a:srgbClr val="D628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3" name="Google Shape;1003;p101" title="Sheet 3 (2) (2).png"/>
          <p:cNvPicPr preferRelativeResize="0"/>
          <p:nvPr/>
        </p:nvPicPr>
        <p:blipFill rotWithShape="1">
          <a:blip r:embed="rId4">
            <a:alphaModFix/>
          </a:blip>
          <a:srcRect b="7838" l="12350" r="22131" t="13692"/>
          <a:stretch/>
        </p:blipFill>
        <p:spPr>
          <a:xfrm>
            <a:off x="6005524" y="1456025"/>
            <a:ext cx="3103800" cy="26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01"/>
          <p:cNvSpPr txBox="1"/>
          <p:nvPr/>
        </p:nvSpPr>
        <p:spPr>
          <a:xfrm>
            <a:off x="6542250" y="1009775"/>
            <a:ext cx="1943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Popular vehicles in King county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2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1010" name="Google Shape;1010;p102"/>
          <p:cNvSpPr txBox="1"/>
          <p:nvPr>
            <p:ph type="title"/>
          </p:nvPr>
        </p:nvSpPr>
        <p:spPr>
          <a:xfrm>
            <a:off x="228600" y="130050"/>
            <a:ext cx="86868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lang="en" sz="3000">
                <a:latin typeface="Inter Black"/>
                <a:ea typeface="Inter Black"/>
                <a:cs typeface="Inter Black"/>
                <a:sym typeface="Inter Black"/>
              </a:rPr>
              <a:t>BEVs VS PHEVs in Washington State</a:t>
            </a:r>
            <a:endParaRPr b="0" sz="3000"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102" title="BEVs vs PHEVs Dual Bar chart.png"/>
          <p:cNvPicPr preferRelativeResize="0"/>
          <p:nvPr/>
        </p:nvPicPr>
        <p:blipFill rotWithShape="1">
          <a:blip r:embed="rId3">
            <a:alphaModFix/>
          </a:blip>
          <a:srcRect b="0" l="0" r="4443" t="0"/>
          <a:stretch/>
        </p:blipFill>
        <p:spPr>
          <a:xfrm>
            <a:off x="127450" y="784350"/>
            <a:ext cx="4989675" cy="399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102" title="BEVs vs PHEVs Dual Bar char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550" y="784351"/>
            <a:ext cx="3803450" cy="399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03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1018" name="Google Shape;1018;p103"/>
          <p:cNvSpPr txBox="1"/>
          <p:nvPr>
            <p:ph type="title"/>
          </p:nvPr>
        </p:nvSpPr>
        <p:spPr>
          <a:xfrm>
            <a:off x="228600" y="12525"/>
            <a:ext cx="86868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Top 5 Most Popular EV in Washington State</a:t>
            </a:r>
            <a:endParaRPr sz="3000"/>
          </a:p>
        </p:txBody>
      </p:sp>
      <p:pic>
        <p:nvPicPr>
          <p:cNvPr id="1019" name="Google Shape;1019;p103" title="Screenshot 2025-04-05 at 11.07.29 PM.png"/>
          <p:cNvPicPr preferRelativeResize="0"/>
          <p:nvPr/>
        </p:nvPicPr>
        <p:blipFill rotWithShape="1">
          <a:blip r:embed="rId3">
            <a:alphaModFix/>
          </a:blip>
          <a:srcRect b="27604" l="0" r="0" t="0"/>
          <a:stretch/>
        </p:blipFill>
        <p:spPr>
          <a:xfrm>
            <a:off x="1809075" y="1422750"/>
            <a:ext cx="7036677" cy="2339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103"/>
          <p:cNvGrpSpPr/>
          <p:nvPr/>
        </p:nvGrpSpPr>
        <p:grpSpPr>
          <a:xfrm>
            <a:off x="374876" y="1742464"/>
            <a:ext cx="1897652" cy="223085"/>
            <a:chOff x="514450" y="1850375"/>
            <a:chExt cx="1867400" cy="220200"/>
          </a:xfrm>
        </p:grpSpPr>
        <p:sp>
          <p:nvSpPr>
            <p:cNvPr id="1021" name="Google Shape;1021;p103"/>
            <p:cNvSpPr/>
            <p:nvPr/>
          </p:nvSpPr>
          <p:spPr>
            <a:xfrm>
              <a:off x="514450" y="1850375"/>
              <a:ext cx="220200" cy="220200"/>
            </a:xfrm>
            <a:prstGeom prst="ellipse">
              <a:avLst/>
            </a:prstGeom>
            <a:solidFill>
              <a:srgbClr val="00A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22" name="Google Shape;1022;p103"/>
            <p:cNvSpPr txBox="1"/>
            <p:nvPr/>
          </p:nvSpPr>
          <p:spPr>
            <a:xfrm>
              <a:off x="800850" y="1882175"/>
              <a:ext cx="1581000" cy="1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Tesla Model Y </a:t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3" name="Google Shape;1023;p103"/>
          <p:cNvGrpSpPr/>
          <p:nvPr/>
        </p:nvGrpSpPr>
        <p:grpSpPr>
          <a:xfrm>
            <a:off x="374876" y="2073323"/>
            <a:ext cx="1897652" cy="223085"/>
            <a:chOff x="514450" y="2471725"/>
            <a:chExt cx="1867400" cy="220200"/>
          </a:xfrm>
        </p:grpSpPr>
        <p:sp>
          <p:nvSpPr>
            <p:cNvPr id="1024" name="Google Shape;1024;p103"/>
            <p:cNvSpPr/>
            <p:nvPr/>
          </p:nvSpPr>
          <p:spPr>
            <a:xfrm>
              <a:off x="514450" y="2471725"/>
              <a:ext cx="220200" cy="220200"/>
            </a:xfrm>
            <a:prstGeom prst="ellipse">
              <a:avLst/>
            </a:prstGeom>
            <a:solidFill>
              <a:srgbClr val="FF7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25" name="Google Shape;1025;p103"/>
            <p:cNvSpPr txBox="1"/>
            <p:nvPr/>
          </p:nvSpPr>
          <p:spPr>
            <a:xfrm>
              <a:off x="800850" y="2503525"/>
              <a:ext cx="1581000" cy="1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Tesla Model 3</a:t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6" name="Google Shape;1026;p103"/>
          <p:cNvGrpSpPr/>
          <p:nvPr/>
        </p:nvGrpSpPr>
        <p:grpSpPr>
          <a:xfrm>
            <a:off x="374876" y="2404176"/>
            <a:ext cx="1897652" cy="223085"/>
            <a:chOff x="514450" y="2798300"/>
            <a:chExt cx="1867400" cy="220200"/>
          </a:xfrm>
        </p:grpSpPr>
        <p:sp>
          <p:nvSpPr>
            <p:cNvPr id="1027" name="Google Shape;1027;p103"/>
            <p:cNvSpPr/>
            <p:nvPr/>
          </p:nvSpPr>
          <p:spPr>
            <a:xfrm>
              <a:off x="514450" y="2798300"/>
              <a:ext cx="220200" cy="220200"/>
            </a:xfrm>
            <a:prstGeom prst="ellipse">
              <a:avLst/>
            </a:prstGeom>
            <a:solidFill>
              <a:srgbClr val="A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28" name="Google Shape;1028;p103"/>
            <p:cNvSpPr txBox="1"/>
            <p:nvPr/>
          </p:nvSpPr>
          <p:spPr>
            <a:xfrm>
              <a:off x="800850" y="2830100"/>
              <a:ext cx="1581000" cy="1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Nissan Leaf</a:t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9" name="Google Shape;1029;p103"/>
          <p:cNvGrpSpPr/>
          <p:nvPr/>
        </p:nvGrpSpPr>
        <p:grpSpPr>
          <a:xfrm>
            <a:off x="374876" y="2735029"/>
            <a:ext cx="1897652" cy="223085"/>
            <a:chOff x="514450" y="3156675"/>
            <a:chExt cx="1867400" cy="220200"/>
          </a:xfrm>
        </p:grpSpPr>
        <p:sp>
          <p:nvSpPr>
            <p:cNvPr id="1030" name="Google Shape;1030;p103"/>
            <p:cNvSpPr/>
            <p:nvPr/>
          </p:nvSpPr>
          <p:spPr>
            <a:xfrm>
              <a:off x="514450" y="3156675"/>
              <a:ext cx="220200" cy="220200"/>
            </a:xfrm>
            <a:prstGeom prst="ellipse">
              <a:avLst/>
            </a:prstGeom>
            <a:solidFill>
              <a:srgbClr val="FFB7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31" name="Google Shape;1031;p103"/>
            <p:cNvSpPr txBox="1"/>
            <p:nvPr/>
          </p:nvSpPr>
          <p:spPr>
            <a:xfrm>
              <a:off x="800850" y="3188475"/>
              <a:ext cx="1581000" cy="1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Tesla Model S</a:t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2" name="Google Shape;1032;p103"/>
          <p:cNvGrpSpPr/>
          <p:nvPr/>
        </p:nvGrpSpPr>
        <p:grpSpPr>
          <a:xfrm>
            <a:off x="374876" y="3065872"/>
            <a:ext cx="1897652" cy="223085"/>
            <a:chOff x="514450" y="3156675"/>
            <a:chExt cx="1867400" cy="220200"/>
          </a:xfrm>
        </p:grpSpPr>
        <p:sp>
          <p:nvSpPr>
            <p:cNvPr id="1033" name="Google Shape;1033;p103"/>
            <p:cNvSpPr/>
            <p:nvPr/>
          </p:nvSpPr>
          <p:spPr>
            <a:xfrm>
              <a:off x="514450" y="3156675"/>
              <a:ext cx="220200" cy="220200"/>
            </a:xfrm>
            <a:prstGeom prst="ellipse">
              <a:avLst/>
            </a:prstGeom>
            <a:solidFill>
              <a:srgbClr val="0279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34" name="Google Shape;1034;p103"/>
            <p:cNvSpPr txBox="1"/>
            <p:nvPr/>
          </p:nvSpPr>
          <p:spPr>
            <a:xfrm>
              <a:off x="800850" y="3188475"/>
              <a:ext cx="1581000" cy="1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Chevy Bolt EV</a:t>
              </a:r>
              <a:endParaRPr b="1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4"/>
          <p:cNvSpPr txBox="1"/>
          <p:nvPr>
            <p:ph type="title"/>
          </p:nvPr>
        </p:nvSpPr>
        <p:spPr>
          <a:xfrm>
            <a:off x="351400" y="4123600"/>
            <a:ext cx="710700" cy="7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3</a:t>
            </a:r>
            <a:endParaRPr sz="5000"/>
          </a:p>
        </p:txBody>
      </p:sp>
      <p:sp>
        <p:nvSpPr>
          <p:cNvPr id="1040" name="Google Shape;1040;p104"/>
          <p:cNvSpPr txBox="1"/>
          <p:nvPr>
            <p:ph idx="1" type="subTitle"/>
          </p:nvPr>
        </p:nvSpPr>
        <p:spPr>
          <a:xfrm>
            <a:off x="351400" y="390625"/>
            <a:ext cx="60261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State Policies &amp; Incentives </a:t>
            </a:r>
            <a:endParaRPr sz="3000"/>
          </a:p>
        </p:txBody>
      </p:sp>
      <p:pic>
        <p:nvPicPr>
          <p:cNvPr descr="The Inflation Reduction Act of 2022 and cash on it. (Provided by Getty Images)" id="1041" name="Google Shape;1041;p10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8800" r="19869" t="0"/>
          <a:stretch/>
        </p:blipFill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</p:spPr>
      </p:pic>
      <p:sp>
        <p:nvSpPr>
          <p:cNvPr id="1042" name="Google Shape;1042;p104"/>
          <p:cNvSpPr txBox="1"/>
          <p:nvPr/>
        </p:nvSpPr>
        <p:spPr>
          <a:xfrm>
            <a:off x="342900" y="843925"/>
            <a:ext cx="6026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Zero-Emission Vehicle (ZEV) Mandate: 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Washington state passed Clean Cars 2030 Bill on March 25, 2022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By 2035 only ZEVs will be sold in the state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3" name="Google Shape;1043;p104"/>
          <p:cNvSpPr txBox="1"/>
          <p:nvPr/>
        </p:nvSpPr>
        <p:spPr>
          <a:xfrm>
            <a:off x="342900" y="1992800"/>
            <a:ext cx="6026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Financial Incentives :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Sales and tax exemption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Up to $7,500 from federal government and up to $4,000 from the state to help pay for an EV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4" name="Google Shape;1044;p104"/>
          <p:cNvSpPr txBox="1"/>
          <p:nvPr/>
        </p:nvSpPr>
        <p:spPr>
          <a:xfrm>
            <a:off x="411700" y="3238700"/>
            <a:ext cx="6026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Infrastructure Accessibility: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Over $85 million in grants awarded to the state of WA to expand EV charging stations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○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Charging station grants are to prioritize underserved communities to ensure equal access</a:t>
            </a:r>
            <a:endParaRPr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05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1050" name="Google Shape;1050;p105"/>
          <p:cNvSpPr txBox="1"/>
          <p:nvPr>
            <p:ph type="title"/>
          </p:nvPr>
        </p:nvSpPr>
        <p:spPr>
          <a:xfrm>
            <a:off x="228600" y="-4975"/>
            <a:ext cx="86868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Inter Black"/>
                <a:ea typeface="Inter Black"/>
                <a:cs typeface="Inter Black"/>
                <a:sym typeface="Inter Black"/>
              </a:rPr>
              <a:t>Gas vs Electric Price</a:t>
            </a:r>
            <a:endParaRPr/>
          </a:p>
        </p:txBody>
      </p:sp>
      <p:pic>
        <p:nvPicPr>
          <p:cNvPr id="1051" name="Google Shape;1051;p105" title="gas pric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37" y="1009550"/>
            <a:ext cx="4312324" cy="312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105" title="electric price 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850" y="2112638"/>
            <a:ext cx="3525000" cy="209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5" title="asalka electri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7663" y="835200"/>
            <a:ext cx="1131325" cy="112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5" title="h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0225" y="712924"/>
            <a:ext cx="1741397" cy="123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5"/>
          <p:cNvSpPr txBox="1"/>
          <p:nvPr/>
        </p:nvSpPr>
        <p:spPr>
          <a:xfrm>
            <a:off x="1256100" y="4079325"/>
            <a:ext cx="237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Gas Prices every Year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6" name="Google Shape;1056;p105"/>
          <p:cNvSpPr txBox="1"/>
          <p:nvPr/>
        </p:nvSpPr>
        <p:spPr>
          <a:xfrm>
            <a:off x="5688625" y="4123600"/>
            <a:ext cx="251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Current Electricity Price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057" name="Google Shape;1057;p105"/>
          <p:cNvCxnSpPr/>
          <p:nvPr/>
        </p:nvCxnSpPr>
        <p:spPr>
          <a:xfrm flipH="1" rot="10800000">
            <a:off x="3031025" y="1134525"/>
            <a:ext cx="501600" cy="8100"/>
          </a:xfrm>
          <a:prstGeom prst="straightConnector1">
            <a:avLst/>
          </a:prstGeom>
          <a:noFill/>
          <a:ln cap="flat" cmpd="sng" w="9525">
            <a:solidFill>
              <a:srgbClr val="0F0F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8" name="Google Shape;1058;p105"/>
          <p:cNvSpPr txBox="1"/>
          <p:nvPr/>
        </p:nvSpPr>
        <p:spPr>
          <a:xfrm>
            <a:off x="2491100" y="1002675"/>
            <a:ext cx="6474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$5.440</a:t>
            </a:r>
            <a:endParaRPr sz="10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59" name="Google Shape;1059;p105"/>
          <p:cNvCxnSpPr/>
          <p:nvPr/>
        </p:nvCxnSpPr>
        <p:spPr>
          <a:xfrm flipH="1" rot="10800000">
            <a:off x="1428850" y="2916000"/>
            <a:ext cx="566400" cy="186000"/>
          </a:xfrm>
          <a:prstGeom prst="straightConnector1">
            <a:avLst/>
          </a:prstGeom>
          <a:noFill/>
          <a:ln cap="flat" cmpd="sng" w="9525">
            <a:solidFill>
              <a:srgbClr val="0F0F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105"/>
          <p:cNvSpPr txBox="1"/>
          <p:nvPr/>
        </p:nvSpPr>
        <p:spPr>
          <a:xfrm>
            <a:off x="958100" y="2941350"/>
            <a:ext cx="647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$2.111</a:t>
            </a:r>
            <a:endParaRPr sz="10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61" name="Google Shape;1061;p105"/>
          <p:cNvCxnSpPr/>
          <p:nvPr/>
        </p:nvCxnSpPr>
        <p:spPr>
          <a:xfrm flipH="1" rot="10800000">
            <a:off x="4323825" y="1892425"/>
            <a:ext cx="32400" cy="404700"/>
          </a:xfrm>
          <a:prstGeom prst="straightConnector1">
            <a:avLst/>
          </a:prstGeom>
          <a:noFill/>
          <a:ln cap="flat" cmpd="sng" w="9525">
            <a:solidFill>
              <a:srgbClr val="0F0F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105"/>
          <p:cNvSpPr txBox="1"/>
          <p:nvPr/>
        </p:nvSpPr>
        <p:spPr>
          <a:xfrm>
            <a:off x="3987250" y="2224725"/>
            <a:ext cx="5847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$4.062</a:t>
            </a:r>
            <a:endParaRPr sz="9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63" name="Google Shape;1063;p105"/>
          <p:cNvCxnSpPr/>
          <p:nvPr/>
        </p:nvCxnSpPr>
        <p:spPr>
          <a:xfrm flipH="1">
            <a:off x="5529975" y="2416200"/>
            <a:ext cx="31200" cy="311100"/>
          </a:xfrm>
          <a:prstGeom prst="straightConnector1">
            <a:avLst/>
          </a:prstGeom>
          <a:noFill/>
          <a:ln cap="flat" cmpd="sng" w="9525">
            <a:solidFill>
              <a:srgbClr val="0F0F1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4" name="Google Shape;1064;p105"/>
          <p:cNvSpPr txBox="1"/>
          <p:nvPr/>
        </p:nvSpPr>
        <p:spPr>
          <a:xfrm>
            <a:off x="5173875" y="2610150"/>
            <a:ext cx="8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Washington</a:t>
            </a:r>
            <a:endParaRPr sz="10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0.32/kWh</a:t>
            </a:r>
            <a:endParaRPr sz="10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65" name="Google Shape;1065;p105"/>
          <p:cNvCxnSpPr/>
          <p:nvPr/>
        </p:nvCxnSpPr>
        <p:spPr>
          <a:xfrm flipH="1" rot="10800000">
            <a:off x="7379075" y="1311950"/>
            <a:ext cx="325800" cy="221400"/>
          </a:xfrm>
          <a:prstGeom prst="straightConnector1">
            <a:avLst/>
          </a:prstGeom>
          <a:noFill/>
          <a:ln cap="flat" cmpd="sng" w="28575">
            <a:solidFill>
              <a:srgbClr val="0F0F1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066" name="Google Shape;1066;p105"/>
          <p:cNvSpPr txBox="1"/>
          <p:nvPr/>
        </p:nvSpPr>
        <p:spPr>
          <a:xfrm>
            <a:off x="6880225" y="1142625"/>
            <a:ext cx="743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Hawaii</a:t>
            </a:r>
            <a:endParaRPr sz="12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7" name="Google Shape;1067;p105"/>
          <p:cNvSpPr txBox="1"/>
          <p:nvPr/>
        </p:nvSpPr>
        <p:spPr>
          <a:xfrm>
            <a:off x="6827125" y="1431350"/>
            <a:ext cx="849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0.56/kWh</a:t>
            </a:r>
            <a:endParaRPr sz="1000">
              <a:solidFill>
                <a:srgbClr val="0F0F1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06"/>
          <p:cNvSpPr txBox="1"/>
          <p:nvPr>
            <p:ph idx="3" type="body"/>
          </p:nvPr>
        </p:nvSpPr>
        <p:spPr>
          <a:xfrm>
            <a:off x="2707200" y="2724150"/>
            <a:ext cx="37296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Char char="●"/>
            </a:pPr>
            <a:r>
              <a:rPr lang="en" sz="1600">
                <a:latin typeface="Inter SemiBold"/>
                <a:ea typeface="Inter SemiBold"/>
                <a:cs typeface="Inter SemiBold"/>
                <a:sym typeface="Inter SemiBold"/>
              </a:rPr>
              <a:t>Seattle (King County): 465 </a:t>
            </a:r>
            <a:endParaRPr sz="16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Char char="●"/>
            </a:pPr>
            <a:r>
              <a:rPr lang="en" sz="1600">
                <a:latin typeface="Inter SemiBold"/>
                <a:ea typeface="Inter SemiBold"/>
                <a:cs typeface="Inter SemiBold"/>
                <a:sym typeface="Inter SemiBold"/>
              </a:rPr>
              <a:t>Bellevue (King County): 223</a:t>
            </a:r>
            <a:endParaRPr sz="16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Char char="●"/>
            </a:pPr>
            <a:r>
              <a:rPr lang="en" sz="1600">
                <a:latin typeface="Inter SemiBold"/>
                <a:ea typeface="Inter SemiBold"/>
                <a:cs typeface="Inter SemiBold"/>
                <a:sym typeface="Inter SemiBold"/>
              </a:rPr>
              <a:t>Tacoma (Pierce): 80</a:t>
            </a:r>
            <a:endParaRPr sz="16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Char char="●"/>
            </a:pPr>
            <a:r>
              <a:rPr lang="en" sz="1600">
                <a:latin typeface="Inter SemiBold"/>
                <a:ea typeface="Inter SemiBold"/>
                <a:cs typeface="Inter SemiBold"/>
                <a:sym typeface="Inter SemiBold"/>
              </a:rPr>
              <a:t>Vancouver (Clark County): 50</a:t>
            </a:r>
            <a:endParaRPr sz="16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Char char="●"/>
            </a:pPr>
            <a:r>
              <a:rPr lang="en" sz="1600">
                <a:latin typeface="Inter SemiBold"/>
                <a:ea typeface="Inter SemiBold"/>
                <a:cs typeface="Inter SemiBold"/>
                <a:sym typeface="Inter SemiBold"/>
              </a:rPr>
              <a:t>Richland (Benton County): 49</a:t>
            </a:r>
            <a:endParaRPr sz="16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3" name="Google Shape;1073;p106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pic>
        <p:nvPicPr>
          <p:cNvPr id="1074" name="Google Shape;1074;p106" title="Screenshot 2025-04-12 at 1.53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31900"/>
            <a:ext cx="8519726" cy="178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WASHINGTONIANS</a:t>
            </a:r>
            <a:endParaRPr/>
          </a:p>
        </p:txBody>
      </p:sp>
      <p:sp>
        <p:nvSpPr>
          <p:cNvPr id="1080" name="Google Shape;1080;p107"/>
          <p:cNvSpPr txBox="1"/>
          <p:nvPr>
            <p:ph type="title"/>
          </p:nvPr>
        </p:nvSpPr>
        <p:spPr>
          <a:xfrm>
            <a:off x="228600" y="88725"/>
            <a:ext cx="86868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Income Distribution in King County</a:t>
            </a:r>
            <a:endParaRPr sz="3000"/>
          </a:p>
        </p:txBody>
      </p:sp>
      <p:pic>
        <p:nvPicPr>
          <p:cNvPr id="1081" name="Google Shape;1081;p107" title="Screenshot 2025-04-08 at 5.14.36 PM.png"/>
          <p:cNvPicPr preferRelativeResize="0"/>
          <p:nvPr/>
        </p:nvPicPr>
        <p:blipFill rotWithShape="1">
          <a:blip r:embed="rId3">
            <a:alphaModFix/>
          </a:blip>
          <a:srcRect b="0" l="4141" r="0" t="0"/>
          <a:stretch/>
        </p:blipFill>
        <p:spPr>
          <a:xfrm>
            <a:off x="245700" y="1852625"/>
            <a:ext cx="279412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107" title="Screenshot 2025-04-08 at 5.13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988" y="623175"/>
            <a:ext cx="5421635" cy="4023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08"/>
          <p:cNvSpPr txBox="1"/>
          <p:nvPr>
            <p:ph type="title"/>
          </p:nvPr>
        </p:nvSpPr>
        <p:spPr>
          <a:xfrm>
            <a:off x="333600" y="4038975"/>
            <a:ext cx="806100" cy="8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4</a:t>
            </a:r>
            <a:endParaRPr sz="5000"/>
          </a:p>
        </p:txBody>
      </p:sp>
      <p:sp>
        <p:nvSpPr>
          <p:cNvPr id="1088" name="Google Shape;1088;p108"/>
          <p:cNvSpPr txBox="1"/>
          <p:nvPr>
            <p:ph idx="1" type="subTitle"/>
          </p:nvPr>
        </p:nvSpPr>
        <p:spPr>
          <a:xfrm>
            <a:off x="351400" y="390625"/>
            <a:ext cx="4283400" cy="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Recommendations</a:t>
            </a:r>
            <a:endParaRPr sz="3000"/>
          </a:p>
        </p:txBody>
      </p:sp>
      <p:pic>
        <p:nvPicPr>
          <p:cNvPr descr="view of an empty road lined with trees (Provided by Getty Images)" id="1089" name="Google Shape;1089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9943" r="29943" t="0"/>
          <a:stretch/>
        </p:blipFill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</p:spPr>
      </p:pic>
      <p:sp>
        <p:nvSpPr>
          <p:cNvPr id="1090" name="Google Shape;1090;p108"/>
          <p:cNvSpPr txBox="1"/>
          <p:nvPr/>
        </p:nvSpPr>
        <p:spPr>
          <a:xfrm>
            <a:off x="468800" y="1147075"/>
            <a:ext cx="57336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b="1"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King county</a:t>
            </a: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presents the most strategic location for establishing an electric vehicle dealership in Washington state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Key moment to invest in EVs in the state of Washington due to their Clean Cars 2030 bill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en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Invest in a Nissan EV dealership as it is the 2nd most popular make and Tesla does not have dealerships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09"/>
          <p:cNvSpPr txBox="1"/>
          <p:nvPr>
            <p:ph type="title"/>
          </p:nvPr>
        </p:nvSpPr>
        <p:spPr>
          <a:xfrm>
            <a:off x="419100" y="147425"/>
            <a:ext cx="2367000" cy="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Sources</a:t>
            </a:r>
            <a:endParaRPr sz="5000"/>
          </a:p>
        </p:txBody>
      </p:sp>
      <p:sp>
        <p:nvSpPr>
          <p:cNvPr id="1096" name="Google Shape;1096;p109"/>
          <p:cNvSpPr txBox="1"/>
          <p:nvPr/>
        </p:nvSpPr>
        <p:spPr>
          <a:xfrm>
            <a:off x="300700" y="760125"/>
            <a:ext cx="84231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Electric Vehicle Population Data | Data.WA | State of Washington</a:t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 Charging Prices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King County, WA | Data USA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Washington Electric Vehicle and EV Charging Laws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Electric Vehicles in Washington State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Record Year For Electric and Plug-In Hybrid Vehicles in Washington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Alternative Fueling Stations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Ecology: State of Washington </a:t>
            </a:r>
            <a:endParaRPr sz="50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7" name="Google Shape;1097;p109"/>
          <p:cNvSpPr txBox="1"/>
          <p:nvPr/>
        </p:nvSpPr>
        <p:spPr>
          <a:xfrm>
            <a:off x="-28350" y="4610150"/>
            <a:ext cx="5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5</a:t>
            </a:r>
            <a:endParaRPr sz="50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ectric car in concept of green sustainable energy used by EV charging station (Provided by Getty Images)" id="1102" name="Google Shape;1102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0899" l="0" r="0" t="20899"/>
          <a:stretch/>
        </p:blipFill>
        <p:spPr>
          <a:xfrm>
            <a:off x="228600" y="223625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1103" name="Google Shape;1103;p110"/>
          <p:cNvSpPr txBox="1"/>
          <p:nvPr>
            <p:ph type="title"/>
          </p:nvPr>
        </p:nvSpPr>
        <p:spPr>
          <a:xfrm>
            <a:off x="3086100" y="1960225"/>
            <a:ext cx="59436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104" name="Google Shape;1104;p110"/>
          <p:cNvSpPr txBox="1"/>
          <p:nvPr>
            <p:ph idx="1" type="body"/>
          </p:nvPr>
        </p:nvSpPr>
        <p:spPr>
          <a:xfrm>
            <a:off x="228600" y="1705850"/>
            <a:ext cx="2976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FANTASTIC4</a:t>
            </a:r>
            <a:r>
              <a:rPr lang="en"/>
              <a:t>@THEWASHINGTONIANS.COM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123-456-7890</a:t>
            </a:r>
            <a:endParaRPr/>
          </a:p>
        </p:txBody>
      </p:sp>
      <p:sp>
        <p:nvSpPr>
          <p:cNvPr id="1105" name="Google Shape;1105;p110"/>
          <p:cNvSpPr txBox="1"/>
          <p:nvPr>
            <p:ph type="title"/>
          </p:nvPr>
        </p:nvSpPr>
        <p:spPr>
          <a:xfrm>
            <a:off x="220975" y="4592400"/>
            <a:ext cx="2741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WASHINGTONIANS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">
  <a:themeElements>
    <a:clrScheme name="Simple Light">
      <a:dk1>
        <a:srgbClr val="FFFFFF"/>
      </a:dk1>
      <a:lt1>
        <a:srgbClr val="000000"/>
      </a:lt1>
      <a:dk2>
        <a:srgbClr val="FFFFFF"/>
      </a:dk2>
      <a:lt2>
        <a:srgbClr val="ADC2AC"/>
      </a:lt2>
      <a:accent1>
        <a:srgbClr val="83AFA8"/>
      </a:accent1>
      <a:accent2>
        <a:srgbClr val="346B66"/>
      </a:accent2>
      <a:accent3>
        <a:srgbClr val="78909C"/>
      </a:accent3>
      <a:accent4>
        <a:srgbClr val="3E618F"/>
      </a:accent4>
      <a:accent5>
        <a:srgbClr val="465F59"/>
      </a:accent5>
      <a:accent6>
        <a:srgbClr val="5B7973"/>
      </a:accent6>
      <a:hlink>
        <a:srgbClr val="ADC2A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